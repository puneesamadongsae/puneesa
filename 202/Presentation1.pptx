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2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B681E0-3934-44BB-9B3C-1FF61135BE05}" v="5" dt="2026-09-29T13:29:20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neesamadongsae@hotmail.com" userId="b2c4fff8e816e3b4" providerId="LiveId" clId="{7F636533-F018-4FA6-898F-B271EC96F95B}"/>
    <pc:docChg chg="undo custSel addSld modSld">
      <pc:chgData name="Puneesamadongsae@hotmail.com" userId="b2c4fff8e816e3b4" providerId="LiveId" clId="{7F636533-F018-4FA6-898F-B271EC96F95B}" dt="2026-09-29T13:30:42.651" v="368" actId="255"/>
      <pc:docMkLst>
        <pc:docMk/>
      </pc:docMkLst>
      <pc:sldChg chg="modSp mod">
        <pc:chgData name="Puneesamadongsae@hotmail.com" userId="b2c4fff8e816e3b4" providerId="LiveId" clId="{7F636533-F018-4FA6-898F-B271EC96F95B}" dt="2026-09-29T12:57:08.702" v="27" actId="1076"/>
        <pc:sldMkLst>
          <pc:docMk/>
          <pc:sldMk cId="2688412573" sldId="258"/>
        </pc:sldMkLst>
        <pc:picChg chg="mod">
          <ac:chgData name="Puneesamadongsae@hotmail.com" userId="b2c4fff8e816e3b4" providerId="LiveId" clId="{7F636533-F018-4FA6-898F-B271EC96F95B}" dt="2026-09-29T12:57:08.702" v="27" actId="1076"/>
          <ac:picMkLst>
            <pc:docMk/>
            <pc:sldMk cId="2688412573" sldId="258"/>
            <ac:picMk id="5" creationId="{A3D259BB-6835-0090-E3AF-6E7845998A22}"/>
          </ac:picMkLst>
        </pc:picChg>
      </pc:sldChg>
      <pc:sldChg chg="addSp delSp modSp mod">
        <pc:chgData name="Puneesamadongsae@hotmail.com" userId="b2c4fff8e816e3b4" providerId="LiveId" clId="{7F636533-F018-4FA6-898F-B271EC96F95B}" dt="2026-09-29T05:24:01.162" v="10" actId="11529"/>
        <pc:sldMkLst>
          <pc:docMk/>
          <pc:sldMk cId="4206043573" sldId="259"/>
        </pc:sldMkLst>
        <pc:spChg chg="mod">
          <ac:chgData name="Puneesamadongsae@hotmail.com" userId="b2c4fff8e816e3b4" providerId="LiveId" clId="{7F636533-F018-4FA6-898F-B271EC96F95B}" dt="2026-09-29T05:23:53.668" v="9" actId="1076"/>
          <ac:spMkLst>
            <pc:docMk/>
            <pc:sldMk cId="4206043573" sldId="259"/>
            <ac:spMk id="40" creationId="{E36A0A07-048B-7B5F-A41A-502596EE1E27}"/>
          </ac:spMkLst>
        </pc:spChg>
        <pc:cxnChg chg="add">
          <ac:chgData name="Puneesamadongsae@hotmail.com" userId="b2c4fff8e816e3b4" providerId="LiveId" clId="{7F636533-F018-4FA6-898F-B271EC96F95B}" dt="2026-09-29T05:23:26.088" v="6" actId="11529"/>
          <ac:cxnSpMkLst>
            <pc:docMk/>
            <pc:sldMk cId="4206043573" sldId="259"/>
            <ac:cxnSpMk id="3" creationId="{DC1125CD-5596-0C1E-BA31-1D79CBFA411F}"/>
          </ac:cxnSpMkLst>
        </pc:cxnChg>
        <pc:cxnChg chg="add mod">
          <ac:chgData name="Puneesamadongsae@hotmail.com" userId="b2c4fff8e816e3b4" providerId="LiveId" clId="{7F636533-F018-4FA6-898F-B271EC96F95B}" dt="2026-09-29T05:23:53.668" v="9" actId="1076"/>
          <ac:cxnSpMkLst>
            <pc:docMk/>
            <pc:sldMk cId="4206043573" sldId="259"/>
            <ac:cxnSpMk id="5" creationId="{B25E86B6-98E8-11E0-07B5-70DD164A68FD}"/>
          </ac:cxnSpMkLst>
        </pc:cxnChg>
        <pc:cxnChg chg="add">
          <ac:chgData name="Puneesamadongsae@hotmail.com" userId="b2c4fff8e816e3b4" providerId="LiveId" clId="{7F636533-F018-4FA6-898F-B271EC96F95B}" dt="2026-09-29T05:23:49.947" v="8" actId="11529"/>
          <ac:cxnSpMkLst>
            <pc:docMk/>
            <pc:sldMk cId="4206043573" sldId="259"/>
            <ac:cxnSpMk id="11" creationId="{40B1887D-4823-9328-E27F-9C6ADB680EB0}"/>
          </ac:cxnSpMkLst>
        </pc:cxnChg>
        <pc:cxnChg chg="add">
          <ac:chgData name="Puneesamadongsae@hotmail.com" userId="b2c4fff8e816e3b4" providerId="LiveId" clId="{7F636533-F018-4FA6-898F-B271EC96F95B}" dt="2026-09-29T05:24:01.162" v="10" actId="11529"/>
          <ac:cxnSpMkLst>
            <pc:docMk/>
            <pc:sldMk cId="4206043573" sldId="259"/>
            <ac:cxnSpMk id="14" creationId="{09CE155A-96DF-3527-DAC1-E4A6B5DC5CC2}"/>
          </ac:cxnSpMkLst>
        </pc:cxnChg>
        <pc:cxnChg chg="del mod">
          <ac:chgData name="Puneesamadongsae@hotmail.com" userId="b2c4fff8e816e3b4" providerId="LiveId" clId="{7F636533-F018-4FA6-898F-B271EC96F95B}" dt="2026-09-29T05:22:36.476" v="1" actId="21"/>
          <ac:cxnSpMkLst>
            <pc:docMk/>
            <pc:sldMk cId="4206043573" sldId="259"/>
            <ac:cxnSpMk id="36" creationId="{53F6CEFE-0363-FD9E-BA4F-FCA156F79169}"/>
          </ac:cxnSpMkLst>
        </pc:cxnChg>
        <pc:cxnChg chg="del mod">
          <ac:chgData name="Puneesamadongsae@hotmail.com" userId="b2c4fff8e816e3b4" providerId="LiveId" clId="{7F636533-F018-4FA6-898F-B271EC96F95B}" dt="2026-09-29T05:22:34.195" v="0" actId="21"/>
          <ac:cxnSpMkLst>
            <pc:docMk/>
            <pc:sldMk cId="4206043573" sldId="259"/>
            <ac:cxnSpMk id="38" creationId="{896C8D9A-01FC-D0A3-8B96-1143520F4553}"/>
          </ac:cxnSpMkLst>
        </pc:cxnChg>
        <pc:cxnChg chg="del mod">
          <ac:chgData name="Puneesamadongsae@hotmail.com" userId="b2c4fff8e816e3b4" providerId="LiveId" clId="{7F636533-F018-4FA6-898F-B271EC96F95B}" dt="2026-09-29T05:22:49.072" v="5" actId="21"/>
          <ac:cxnSpMkLst>
            <pc:docMk/>
            <pc:sldMk cId="4206043573" sldId="259"/>
            <ac:cxnSpMk id="47" creationId="{E8C0ECC0-A70E-1573-089A-78DDFB4FD4EB}"/>
          </ac:cxnSpMkLst>
        </pc:cxnChg>
        <pc:cxnChg chg="del mod">
          <ac:chgData name="Puneesamadongsae@hotmail.com" userId="b2c4fff8e816e3b4" providerId="LiveId" clId="{7F636533-F018-4FA6-898F-B271EC96F95B}" dt="2026-09-29T05:22:46.717" v="4" actId="21"/>
          <ac:cxnSpMkLst>
            <pc:docMk/>
            <pc:sldMk cId="4206043573" sldId="259"/>
            <ac:cxnSpMk id="49" creationId="{512262E9-CCE0-FFE2-3BC7-1FFCB8866EF1}"/>
          </ac:cxnSpMkLst>
        </pc:cxnChg>
        <pc:cxnChg chg="del mod">
          <ac:chgData name="Puneesamadongsae@hotmail.com" userId="b2c4fff8e816e3b4" providerId="LiveId" clId="{7F636533-F018-4FA6-898F-B271EC96F95B}" dt="2026-09-29T05:22:43.857" v="3" actId="21"/>
          <ac:cxnSpMkLst>
            <pc:docMk/>
            <pc:sldMk cId="4206043573" sldId="259"/>
            <ac:cxnSpMk id="51" creationId="{77481525-1414-3FCA-91B3-DF2D9197ABF0}"/>
          </ac:cxnSpMkLst>
        </pc:cxnChg>
        <pc:cxnChg chg="del mod">
          <ac:chgData name="Puneesamadongsae@hotmail.com" userId="b2c4fff8e816e3b4" providerId="LiveId" clId="{7F636533-F018-4FA6-898F-B271EC96F95B}" dt="2026-09-29T05:22:38.546" v="2" actId="21"/>
          <ac:cxnSpMkLst>
            <pc:docMk/>
            <pc:sldMk cId="4206043573" sldId="259"/>
            <ac:cxnSpMk id="53" creationId="{46D9EBAC-0045-0222-AC8E-D1095172A264}"/>
          </ac:cxnSpMkLst>
        </pc:cxnChg>
      </pc:sldChg>
      <pc:sldChg chg="addSp delSp modSp new mod">
        <pc:chgData name="Puneesamadongsae@hotmail.com" userId="b2c4fff8e816e3b4" providerId="LiveId" clId="{7F636533-F018-4FA6-898F-B271EC96F95B}" dt="2026-09-29T12:56:46.930" v="24" actId="14100"/>
        <pc:sldMkLst>
          <pc:docMk/>
          <pc:sldMk cId="2746664128" sldId="260"/>
        </pc:sldMkLst>
        <pc:spChg chg="del">
          <ac:chgData name="Puneesamadongsae@hotmail.com" userId="b2c4fff8e816e3b4" providerId="LiveId" clId="{7F636533-F018-4FA6-898F-B271EC96F95B}" dt="2026-09-29T12:56:05.130" v="16" actId="21"/>
          <ac:spMkLst>
            <pc:docMk/>
            <pc:sldMk cId="2746664128" sldId="260"/>
            <ac:spMk id="2" creationId="{F925A89F-E344-6CF5-5CAA-391666FAC0AC}"/>
          </ac:spMkLst>
        </pc:spChg>
        <pc:spChg chg="del">
          <ac:chgData name="Puneesamadongsae@hotmail.com" userId="b2c4fff8e816e3b4" providerId="LiveId" clId="{7F636533-F018-4FA6-898F-B271EC96F95B}" dt="2026-09-29T12:56:00.027" v="15" actId="931"/>
          <ac:spMkLst>
            <pc:docMk/>
            <pc:sldMk cId="2746664128" sldId="260"/>
            <ac:spMk id="3" creationId="{229A0874-5CB9-979A-74C0-2BF47393C4A5}"/>
          </ac:spMkLst>
        </pc:spChg>
        <pc:picChg chg="add mod ord">
          <ac:chgData name="Puneesamadongsae@hotmail.com" userId="b2c4fff8e816e3b4" providerId="LiveId" clId="{7F636533-F018-4FA6-898F-B271EC96F95B}" dt="2026-09-29T12:56:46.930" v="24" actId="14100"/>
          <ac:picMkLst>
            <pc:docMk/>
            <pc:sldMk cId="2746664128" sldId="260"/>
            <ac:picMk id="5" creationId="{ECD95DCE-46A9-6950-CEE2-9E386544E68E}"/>
          </ac:picMkLst>
        </pc:picChg>
      </pc:sldChg>
      <pc:sldChg chg="addSp delSp modSp new mod">
        <pc:chgData name="Puneesamadongsae@hotmail.com" userId="b2c4fff8e816e3b4" providerId="LiveId" clId="{7F636533-F018-4FA6-898F-B271EC96F95B}" dt="2026-09-29T13:30:42.651" v="368" actId="255"/>
        <pc:sldMkLst>
          <pc:docMk/>
          <pc:sldMk cId="3681463192" sldId="261"/>
        </pc:sldMkLst>
        <pc:spChg chg="del">
          <ac:chgData name="Puneesamadongsae@hotmail.com" userId="b2c4fff8e816e3b4" providerId="LiveId" clId="{7F636533-F018-4FA6-898F-B271EC96F95B}" dt="2026-09-29T12:53:46.360" v="13" actId="21"/>
          <ac:spMkLst>
            <pc:docMk/>
            <pc:sldMk cId="3681463192" sldId="261"/>
            <ac:spMk id="2" creationId="{C85E6E11-03E2-55A1-AEDE-CA9E8A0BF23B}"/>
          </ac:spMkLst>
        </pc:spChg>
        <pc:spChg chg="del">
          <ac:chgData name="Puneesamadongsae@hotmail.com" userId="b2c4fff8e816e3b4" providerId="LiveId" clId="{7F636533-F018-4FA6-898F-B271EC96F95B}" dt="2026-09-29T12:53:50.805" v="14" actId="21"/>
          <ac:spMkLst>
            <pc:docMk/>
            <pc:sldMk cId="3681463192" sldId="261"/>
            <ac:spMk id="3" creationId="{1130E6F9-6FCC-32D6-115F-5284FAAFBD9E}"/>
          </ac:spMkLst>
        </pc:spChg>
        <pc:spChg chg="add mod">
          <ac:chgData name="Puneesamadongsae@hotmail.com" userId="b2c4fff8e816e3b4" providerId="LiveId" clId="{7F636533-F018-4FA6-898F-B271EC96F95B}" dt="2026-09-29T13:30:32.341" v="366" actId="255"/>
          <ac:spMkLst>
            <pc:docMk/>
            <pc:sldMk cId="3681463192" sldId="261"/>
            <ac:spMk id="4" creationId="{F77C2A04-2E77-476D-9AF8-1F878B397796}"/>
          </ac:spMkLst>
        </pc:spChg>
        <pc:spChg chg="add mod">
          <ac:chgData name="Puneesamadongsae@hotmail.com" userId="b2c4fff8e816e3b4" providerId="LiveId" clId="{7F636533-F018-4FA6-898F-B271EC96F95B}" dt="2026-09-29T13:30:22.574" v="365" actId="255"/>
          <ac:spMkLst>
            <pc:docMk/>
            <pc:sldMk cId="3681463192" sldId="261"/>
            <ac:spMk id="7" creationId="{F9CDEF98-AE37-0764-350A-9038178F41AA}"/>
          </ac:spMkLst>
        </pc:spChg>
        <pc:spChg chg="add mod">
          <ac:chgData name="Puneesamadongsae@hotmail.com" userId="b2c4fff8e816e3b4" providerId="LiveId" clId="{7F636533-F018-4FA6-898F-B271EC96F95B}" dt="2026-09-29T13:20:00.487" v="235" actId="207"/>
          <ac:spMkLst>
            <pc:docMk/>
            <pc:sldMk cId="3681463192" sldId="261"/>
            <ac:spMk id="8" creationId="{FE118BC4-A7D4-3DB6-1F1F-EE5AAEAA5908}"/>
          </ac:spMkLst>
        </pc:spChg>
        <pc:spChg chg="add mod">
          <ac:chgData name="Puneesamadongsae@hotmail.com" userId="b2c4fff8e816e3b4" providerId="LiveId" clId="{7F636533-F018-4FA6-898F-B271EC96F95B}" dt="2026-09-29T13:20:10.191" v="237" actId="207"/>
          <ac:spMkLst>
            <pc:docMk/>
            <pc:sldMk cId="3681463192" sldId="261"/>
            <ac:spMk id="15" creationId="{2E2705E5-5307-1190-9B58-C82D328E42D3}"/>
          </ac:spMkLst>
        </pc:spChg>
        <pc:spChg chg="add mod">
          <ac:chgData name="Puneesamadongsae@hotmail.com" userId="b2c4fff8e816e3b4" providerId="LiveId" clId="{7F636533-F018-4FA6-898F-B271EC96F95B}" dt="2026-09-29T13:20:21.574" v="239" actId="207"/>
          <ac:spMkLst>
            <pc:docMk/>
            <pc:sldMk cId="3681463192" sldId="261"/>
            <ac:spMk id="18" creationId="{4833AB2B-D745-E640-F92E-B0C847CFEF34}"/>
          </ac:spMkLst>
        </pc:spChg>
        <pc:spChg chg="add mod">
          <ac:chgData name="Puneesamadongsae@hotmail.com" userId="b2c4fff8e816e3b4" providerId="LiveId" clId="{7F636533-F018-4FA6-898F-B271EC96F95B}" dt="2026-09-29T13:22:21.236" v="253" actId="207"/>
          <ac:spMkLst>
            <pc:docMk/>
            <pc:sldMk cId="3681463192" sldId="261"/>
            <ac:spMk id="27" creationId="{091DCBAC-ADA9-0D68-E385-F5846AE527B4}"/>
          </ac:spMkLst>
        </pc:spChg>
        <pc:spChg chg="add mod">
          <ac:chgData name="Puneesamadongsae@hotmail.com" userId="b2c4fff8e816e3b4" providerId="LiveId" clId="{7F636533-F018-4FA6-898F-B271EC96F95B}" dt="2026-09-29T13:22:30.656" v="255" actId="207"/>
          <ac:spMkLst>
            <pc:docMk/>
            <pc:sldMk cId="3681463192" sldId="261"/>
            <ac:spMk id="28" creationId="{F94D4A93-F131-EC1D-6B3E-5E80E27DD51E}"/>
          </ac:spMkLst>
        </pc:spChg>
        <pc:spChg chg="add mod">
          <ac:chgData name="Puneesamadongsae@hotmail.com" userId="b2c4fff8e816e3b4" providerId="LiveId" clId="{7F636533-F018-4FA6-898F-B271EC96F95B}" dt="2026-09-29T13:30:12.890" v="364" actId="255"/>
          <ac:spMkLst>
            <pc:docMk/>
            <pc:sldMk cId="3681463192" sldId="261"/>
            <ac:spMk id="31" creationId="{73278457-7E75-08E4-E71C-E5C5BBFC0553}"/>
          </ac:spMkLst>
        </pc:spChg>
        <pc:spChg chg="add mod">
          <ac:chgData name="Puneesamadongsae@hotmail.com" userId="b2c4fff8e816e3b4" providerId="LiveId" clId="{7F636533-F018-4FA6-898F-B271EC96F95B}" dt="2026-09-29T13:30:06.176" v="363" actId="255"/>
          <ac:spMkLst>
            <pc:docMk/>
            <pc:sldMk cId="3681463192" sldId="261"/>
            <ac:spMk id="34" creationId="{B19D5007-4483-E33E-F8C1-D88CA4CDA700}"/>
          </ac:spMkLst>
        </pc:spChg>
        <pc:spChg chg="add mod">
          <ac:chgData name="Puneesamadongsae@hotmail.com" userId="b2c4fff8e816e3b4" providerId="LiveId" clId="{7F636533-F018-4FA6-898F-B271EC96F95B}" dt="2026-09-29T13:22:41.939" v="257" actId="207"/>
          <ac:spMkLst>
            <pc:docMk/>
            <pc:sldMk cId="3681463192" sldId="261"/>
            <ac:spMk id="54" creationId="{FD33EE7D-D796-A7ED-2446-353888C6DB7F}"/>
          </ac:spMkLst>
        </pc:spChg>
        <pc:spChg chg="add mod">
          <ac:chgData name="Puneesamadongsae@hotmail.com" userId="b2c4fff8e816e3b4" providerId="LiveId" clId="{7F636533-F018-4FA6-898F-B271EC96F95B}" dt="2026-09-29T13:30:42.651" v="368" actId="255"/>
          <ac:spMkLst>
            <pc:docMk/>
            <pc:sldMk cId="3681463192" sldId="261"/>
            <ac:spMk id="69" creationId="{250718AE-AF2E-F877-B7B4-B1ADECA7F48B}"/>
          </ac:spMkLst>
        </pc:spChg>
        <pc:spChg chg="add mod">
          <ac:chgData name="Puneesamadongsae@hotmail.com" userId="b2c4fff8e816e3b4" providerId="LiveId" clId="{7F636533-F018-4FA6-898F-B271EC96F95B}" dt="2026-09-29T13:25:21.311" v="281" actId="1076"/>
          <ac:spMkLst>
            <pc:docMk/>
            <pc:sldMk cId="3681463192" sldId="261"/>
            <ac:spMk id="71" creationId="{C10C3356-E978-D106-624C-B8FA5CF28F81}"/>
          </ac:spMkLst>
        </pc:spChg>
        <pc:spChg chg="add mod">
          <ac:chgData name="Puneesamadongsae@hotmail.com" userId="b2c4fff8e816e3b4" providerId="LiveId" clId="{7F636533-F018-4FA6-898F-B271EC96F95B}" dt="2026-09-29T13:27:04.230" v="309" actId="255"/>
          <ac:spMkLst>
            <pc:docMk/>
            <pc:sldMk cId="3681463192" sldId="261"/>
            <ac:spMk id="72" creationId="{46AAA83C-FD4D-16BF-F89E-3E970A46024F}"/>
          </ac:spMkLst>
        </pc:spChg>
        <pc:spChg chg="add mod">
          <ac:chgData name="Puneesamadongsae@hotmail.com" userId="b2c4fff8e816e3b4" providerId="LiveId" clId="{7F636533-F018-4FA6-898F-B271EC96F95B}" dt="2026-09-29T13:27:53.063" v="330" actId="1076"/>
          <ac:spMkLst>
            <pc:docMk/>
            <pc:sldMk cId="3681463192" sldId="261"/>
            <ac:spMk id="73" creationId="{21FE2BD6-BDD8-B26C-CA77-D9D8A8328DE5}"/>
          </ac:spMkLst>
        </pc:spChg>
        <pc:spChg chg="add mod">
          <ac:chgData name="Puneesamadongsae@hotmail.com" userId="b2c4fff8e816e3b4" providerId="LiveId" clId="{7F636533-F018-4FA6-898F-B271EC96F95B}" dt="2026-09-29T13:29:09.356" v="345" actId="1076"/>
          <ac:spMkLst>
            <pc:docMk/>
            <pc:sldMk cId="3681463192" sldId="261"/>
            <ac:spMk id="74" creationId="{F91DAFF0-BFBF-DF91-E410-8C09859630A4}"/>
          </ac:spMkLst>
        </pc:spChg>
        <pc:spChg chg="add mod">
          <ac:chgData name="Puneesamadongsae@hotmail.com" userId="b2c4fff8e816e3b4" providerId="LiveId" clId="{7F636533-F018-4FA6-898F-B271EC96F95B}" dt="2026-09-29T13:29:46.661" v="362" actId="1076"/>
          <ac:spMkLst>
            <pc:docMk/>
            <pc:sldMk cId="3681463192" sldId="261"/>
            <ac:spMk id="75" creationId="{2A7232EA-0802-E0D4-5E43-D8558091A03B}"/>
          </ac:spMkLst>
        </pc:spChg>
        <pc:cxnChg chg="add mod">
          <ac:chgData name="Puneesamadongsae@hotmail.com" userId="b2c4fff8e816e3b4" providerId="LiveId" clId="{7F636533-F018-4FA6-898F-B271EC96F95B}" dt="2026-09-29T13:19:08.485" v="217" actId="1076"/>
          <ac:cxnSpMkLst>
            <pc:docMk/>
            <pc:sldMk cId="3681463192" sldId="261"/>
            <ac:cxnSpMk id="6" creationId="{79360567-F56C-0E35-F2B1-33F960163AE4}"/>
          </ac:cxnSpMkLst>
        </pc:cxnChg>
        <pc:cxnChg chg="add del mod">
          <ac:chgData name="Puneesamadongsae@hotmail.com" userId="b2c4fff8e816e3b4" providerId="LiveId" clId="{7F636533-F018-4FA6-898F-B271EC96F95B}" dt="2026-09-29T13:09:20.981" v="122" actId="21"/>
          <ac:cxnSpMkLst>
            <pc:docMk/>
            <pc:sldMk cId="3681463192" sldId="261"/>
            <ac:cxnSpMk id="10" creationId="{F7E869CD-F992-BCDA-884E-AE683228E4F0}"/>
          </ac:cxnSpMkLst>
        </pc:cxnChg>
        <pc:cxnChg chg="add mod">
          <ac:chgData name="Puneesamadongsae@hotmail.com" userId="b2c4fff8e816e3b4" providerId="LiveId" clId="{7F636533-F018-4FA6-898F-B271EC96F95B}" dt="2026-09-29T13:09:24.766" v="123" actId="1076"/>
          <ac:cxnSpMkLst>
            <pc:docMk/>
            <pc:sldMk cId="3681463192" sldId="261"/>
            <ac:cxnSpMk id="14" creationId="{4511C2F8-269D-4FB1-0683-F255928CECC0}"/>
          </ac:cxnSpMkLst>
        </pc:cxnChg>
        <pc:cxnChg chg="add del mod">
          <ac:chgData name="Puneesamadongsae@hotmail.com" userId="b2c4fff8e816e3b4" providerId="LiveId" clId="{7F636533-F018-4FA6-898F-B271EC96F95B}" dt="2026-09-29T13:09:49.715" v="128" actId="21"/>
          <ac:cxnSpMkLst>
            <pc:docMk/>
            <pc:sldMk cId="3681463192" sldId="261"/>
            <ac:cxnSpMk id="17" creationId="{0E242B75-6550-B7CA-6FD0-1FB7F0DBDA87}"/>
          </ac:cxnSpMkLst>
        </pc:cxnChg>
        <pc:cxnChg chg="add">
          <ac:chgData name="Puneesamadongsae@hotmail.com" userId="b2c4fff8e816e3b4" providerId="LiveId" clId="{7F636533-F018-4FA6-898F-B271EC96F95B}" dt="2026-09-29T13:09:38.856" v="126" actId="11529"/>
          <ac:cxnSpMkLst>
            <pc:docMk/>
            <pc:sldMk cId="3681463192" sldId="261"/>
            <ac:cxnSpMk id="20" creationId="{93101D92-4367-43F9-1C86-7C92FCA47550}"/>
          </ac:cxnSpMkLst>
        </pc:cxnChg>
        <pc:cxnChg chg="add">
          <ac:chgData name="Puneesamadongsae@hotmail.com" userId="b2c4fff8e816e3b4" providerId="LiveId" clId="{7F636533-F018-4FA6-898F-B271EC96F95B}" dt="2026-09-29T13:10:03.721" v="129" actId="11529"/>
          <ac:cxnSpMkLst>
            <pc:docMk/>
            <pc:sldMk cId="3681463192" sldId="261"/>
            <ac:cxnSpMk id="22" creationId="{0C3BD8B0-1155-1F54-8CD3-76985C857AD1}"/>
          </ac:cxnSpMkLst>
        </pc:cxnChg>
        <pc:cxnChg chg="add">
          <ac:chgData name="Puneesamadongsae@hotmail.com" userId="b2c4fff8e816e3b4" providerId="LiveId" clId="{7F636533-F018-4FA6-898F-B271EC96F95B}" dt="2026-09-29T13:10:49.898" v="139" actId="11529"/>
          <ac:cxnSpMkLst>
            <pc:docMk/>
            <pc:sldMk cId="3681463192" sldId="261"/>
            <ac:cxnSpMk id="24" creationId="{CA09F154-2BE4-F0D0-37EA-A12CFB6A473C}"/>
          </ac:cxnSpMkLst>
        </pc:cxnChg>
        <pc:cxnChg chg="add">
          <ac:chgData name="Puneesamadongsae@hotmail.com" userId="b2c4fff8e816e3b4" providerId="LiveId" clId="{7F636533-F018-4FA6-898F-B271EC96F95B}" dt="2026-09-29T13:10:58.970" v="140" actId="11529"/>
          <ac:cxnSpMkLst>
            <pc:docMk/>
            <pc:sldMk cId="3681463192" sldId="261"/>
            <ac:cxnSpMk id="26" creationId="{AEECFFBF-6842-3438-E73B-E5491851877D}"/>
          </ac:cxnSpMkLst>
        </pc:cxnChg>
        <pc:cxnChg chg="add">
          <ac:chgData name="Puneesamadongsae@hotmail.com" userId="b2c4fff8e816e3b4" providerId="LiveId" clId="{7F636533-F018-4FA6-898F-B271EC96F95B}" dt="2026-09-29T13:11:54.204" v="159" actId="11529"/>
          <ac:cxnSpMkLst>
            <pc:docMk/>
            <pc:sldMk cId="3681463192" sldId="261"/>
            <ac:cxnSpMk id="30" creationId="{1DB5CFE2-284B-C2EC-5ABB-005AFEACA528}"/>
          </ac:cxnSpMkLst>
        </pc:cxnChg>
        <pc:cxnChg chg="add">
          <ac:chgData name="Puneesamadongsae@hotmail.com" userId="b2c4fff8e816e3b4" providerId="LiveId" clId="{7F636533-F018-4FA6-898F-B271EC96F95B}" dt="2026-09-29T13:12:12.325" v="162" actId="11529"/>
          <ac:cxnSpMkLst>
            <pc:docMk/>
            <pc:sldMk cId="3681463192" sldId="261"/>
            <ac:cxnSpMk id="33" creationId="{F0CBCE32-B855-6DA5-6860-E7F180F1272E}"/>
          </ac:cxnSpMkLst>
        </pc:cxnChg>
        <pc:cxnChg chg="add del mod">
          <ac:chgData name="Puneesamadongsae@hotmail.com" userId="b2c4fff8e816e3b4" providerId="LiveId" clId="{7F636533-F018-4FA6-898F-B271EC96F95B}" dt="2026-09-29T13:14:29.616" v="175" actId="11529"/>
          <ac:cxnSpMkLst>
            <pc:docMk/>
            <pc:sldMk cId="3681463192" sldId="261"/>
            <ac:cxnSpMk id="36" creationId="{A67D9C6A-0328-59AB-F102-C4F510C0571E}"/>
          </ac:cxnSpMkLst>
        </pc:cxnChg>
        <pc:cxnChg chg="add del">
          <ac:chgData name="Puneesamadongsae@hotmail.com" userId="b2c4fff8e816e3b4" providerId="LiveId" clId="{7F636533-F018-4FA6-898F-B271EC96F95B}" dt="2026-09-29T13:14:29.006" v="174" actId="11529"/>
          <ac:cxnSpMkLst>
            <pc:docMk/>
            <pc:sldMk cId="3681463192" sldId="261"/>
            <ac:cxnSpMk id="38" creationId="{3FE735ED-B661-AF8A-E72E-F640F13799EF}"/>
          </ac:cxnSpMkLst>
        </pc:cxnChg>
        <pc:cxnChg chg="add del mod">
          <ac:chgData name="Puneesamadongsae@hotmail.com" userId="b2c4fff8e816e3b4" providerId="LiveId" clId="{7F636533-F018-4FA6-898F-B271EC96F95B}" dt="2026-09-29T13:14:02.686" v="169" actId="11529"/>
          <ac:cxnSpMkLst>
            <pc:docMk/>
            <pc:sldMk cId="3681463192" sldId="261"/>
            <ac:cxnSpMk id="40" creationId="{3F31E654-7C0F-C3B5-DA7F-0C21DC19F31A}"/>
          </ac:cxnSpMkLst>
        </pc:cxnChg>
        <pc:cxnChg chg="add del mod">
          <ac:chgData name="Puneesamadongsae@hotmail.com" userId="b2c4fff8e816e3b4" providerId="LiveId" clId="{7F636533-F018-4FA6-898F-B271EC96F95B}" dt="2026-09-29T13:14:10.696" v="171" actId="11529"/>
          <ac:cxnSpMkLst>
            <pc:docMk/>
            <pc:sldMk cId="3681463192" sldId="261"/>
            <ac:cxnSpMk id="42" creationId="{ECBDA2C9-FF85-4361-E132-4CA07A4F6337}"/>
          </ac:cxnSpMkLst>
        </pc:cxnChg>
        <pc:cxnChg chg="add del mod">
          <ac:chgData name="Puneesamadongsae@hotmail.com" userId="b2c4fff8e816e3b4" providerId="LiveId" clId="{7F636533-F018-4FA6-898F-B271EC96F95B}" dt="2026-09-29T13:14:28.751" v="173" actId="11529"/>
          <ac:cxnSpMkLst>
            <pc:docMk/>
            <pc:sldMk cId="3681463192" sldId="261"/>
            <ac:cxnSpMk id="44" creationId="{C19A8EB8-370E-3E25-B93B-C84A3F02A8FE}"/>
          </ac:cxnSpMkLst>
        </pc:cxnChg>
        <pc:cxnChg chg="add del mod">
          <ac:chgData name="Puneesamadongsae@hotmail.com" userId="b2c4fff8e816e3b4" providerId="LiveId" clId="{7F636533-F018-4FA6-898F-B271EC96F95B}" dt="2026-09-29T13:14:38.421" v="177" actId="11529"/>
          <ac:cxnSpMkLst>
            <pc:docMk/>
            <pc:sldMk cId="3681463192" sldId="261"/>
            <ac:cxnSpMk id="46" creationId="{C777FDB6-6892-3CE2-D19F-E3DC06626C62}"/>
          </ac:cxnSpMkLst>
        </pc:cxnChg>
        <pc:cxnChg chg="add mod">
          <ac:chgData name="Puneesamadongsae@hotmail.com" userId="b2c4fff8e816e3b4" providerId="LiveId" clId="{7F636533-F018-4FA6-898F-B271EC96F95B}" dt="2026-09-29T13:15:06.023" v="179" actId="14100"/>
          <ac:cxnSpMkLst>
            <pc:docMk/>
            <pc:sldMk cId="3681463192" sldId="261"/>
            <ac:cxnSpMk id="48" creationId="{2A1B3971-0301-213F-4C0E-B8575C58DD24}"/>
          </ac:cxnSpMkLst>
        </pc:cxnChg>
        <pc:cxnChg chg="add">
          <ac:chgData name="Puneesamadongsae@hotmail.com" userId="b2c4fff8e816e3b4" providerId="LiveId" clId="{7F636533-F018-4FA6-898F-B271EC96F95B}" dt="2026-09-29T13:15:20.482" v="180" actId="11529"/>
          <ac:cxnSpMkLst>
            <pc:docMk/>
            <pc:sldMk cId="3681463192" sldId="261"/>
            <ac:cxnSpMk id="51" creationId="{FD629BD7-8515-AE5D-C21F-BE74647C3FC1}"/>
          </ac:cxnSpMkLst>
        </pc:cxnChg>
        <pc:cxnChg chg="add mod">
          <ac:chgData name="Puneesamadongsae@hotmail.com" userId="b2c4fff8e816e3b4" providerId="LiveId" clId="{7F636533-F018-4FA6-898F-B271EC96F95B}" dt="2026-09-29T13:21:57.475" v="249" actId="1076"/>
          <ac:cxnSpMkLst>
            <pc:docMk/>
            <pc:sldMk cId="3681463192" sldId="261"/>
            <ac:cxnSpMk id="53" creationId="{5EC8AAD2-20A4-D8E3-A789-492F524CD0B8}"/>
          </ac:cxnSpMkLst>
        </pc:cxnChg>
        <pc:cxnChg chg="add">
          <ac:chgData name="Puneesamadongsae@hotmail.com" userId="b2c4fff8e816e3b4" providerId="LiveId" clId="{7F636533-F018-4FA6-898F-B271EC96F95B}" dt="2026-09-29T13:16:29.784" v="188" actId="11529"/>
          <ac:cxnSpMkLst>
            <pc:docMk/>
            <pc:sldMk cId="3681463192" sldId="261"/>
            <ac:cxnSpMk id="56" creationId="{D1288E7A-17D5-32C5-97D8-B7ACA67B1ADC}"/>
          </ac:cxnSpMkLst>
        </pc:cxnChg>
        <pc:cxnChg chg="add del mod">
          <ac:chgData name="Puneesamadongsae@hotmail.com" userId="b2c4fff8e816e3b4" providerId="LiveId" clId="{7F636533-F018-4FA6-898F-B271EC96F95B}" dt="2026-09-29T13:17:04.153" v="190" actId="11529"/>
          <ac:cxnSpMkLst>
            <pc:docMk/>
            <pc:sldMk cId="3681463192" sldId="261"/>
            <ac:cxnSpMk id="58" creationId="{138D7AF0-7201-78B8-AE10-9518F53D6AF4}"/>
          </ac:cxnSpMkLst>
        </pc:cxnChg>
        <pc:cxnChg chg="add">
          <ac:chgData name="Puneesamadongsae@hotmail.com" userId="b2c4fff8e816e3b4" providerId="LiveId" clId="{7F636533-F018-4FA6-898F-B271EC96F95B}" dt="2026-09-29T13:17:17.021" v="191" actId="11529"/>
          <ac:cxnSpMkLst>
            <pc:docMk/>
            <pc:sldMk cId="3681463192" sldId="261"/>
            <ac:cxnSpMk id="60" creationId="{8D5015B6-3909-32D4-460B-D9DF9D2C0CDC}"/>
          </ac:cxnSpMkLst>
        </pc:cxnChg>
        <pc:cxnChg chg="add del">
          <ac:chgData name="Puneesamadongsae@hotmail.com" userId="b2c4fff8e816e3b4" providerId="LiveId" clId="{7F636533-F018-4FA6-898F-B271EC96F95B}" dt="2026-09-29T13:17:24.580" v="193" actId="11529"/>
          <ac:cxnSpMkLst>
            <pc:docMk/>
            <pc:sldMk cId="3681463192" sldId="261"/>
            <ac:cxnSpMk id="62" creationId="{515762FF-D59B-4851-56AF-258CA198EC85}"/>
          </ac:cxnSpMkLst>
        </pc:cxnChg>
        <pc:cxnChg chg="add">
          <ac:chgData name="Puneesamadongsae@hotmail.com" userId="b2c4fff8e816e3b4" providerId="LiveId" clId="{7F636533-F018-4FA6-898F-B271EC96F95B}" dt="2026-09-29T13:17:30.581" v="194" actId="11529"/>
          <ac:cxnSpMkLst>
            <pc:docMk/>
            <pc:sldMk cId="3681463192" sldId="261"/>
            <ac:cxnSpMk id="64" creationId="{BA9F8434-3D72-BE52-26D1-5826D9855F80}"/>
          </ac:cxnSpMkLst>
        </pc:cxnChg>
        <pc:cxnChg chg="add">
          <ac:chgData name="Puneesamadongsae@hotmail.com" userId="b2c4fff8e816e3b4" providerId="LiveId" clId="{7F636533-F018-4FA6-898F-B271EC96F95B}" dt="2026-09-29T13:17:36.409" v="195" actId="11529"/>
          <ac:cxnSpMkLst>
            <pc:docMk/>
            <pc:sldMk cId="3681463192" sldId="261"/>
            <ac:cxnSpMk id="66" creationId="{1D4E2CDB-357B-C7E8-7DCF-8D3D955A33B9}"/>
          </ac:cxnSpMkLst>
        </pc:cxnChg>
        <pc:cxnChg chg="add">
          <ac:chgData name="Puneesamadongsae@hotmail.com" userId="b2c4fff8e816e3b4" providerId="LiveId" clId="{7F636533-F018-4FA6-898F-B271EC96F95B}" dt="2026-09-29T13:17:53.609" v="196" actId="11529"/>
          <ac:cxnSpMkLst>
            <pc:docMk/>
            <pc:sldMk cId="3681463192" sldId="261"/>
            <ac:cxnSpMk id="68" creationId="{53BFCBE6-A2FF-C9BB-49B7-006ACDDCE337}"/>
          </ac:cxnSpMkLst>
        </pc:cxnChg>
      </pc:sldChg>
      <pc:sldChg chg="addSp delSp modSp new mod">
        <pc:chgData name="Puneesamadongsae@hotmail.com" userId="b2c4fff8e816e3b4" providerId="LiveId" clId="{7F636533-F018-4FA6-898F-B271EC96F95B}" dt="2026-09-29T12:56:31.275" v="22" actId="931"/>
        <pc:sldMkLst>
          <pc:docMk/>
          <pc:sldMk cId="266783378" sldId="262"/>
        </pc:sldMkLst>
        <pc:spChg chg="del">
          <ac:chgData name="Puneesamadongsae@hotmail.com" userId="b2c4fff8e816e3b4" providerId="LiveId" clId="{7F636533-F018-4FA6-898F-B271EC96F95B}" dt="2026-09-29T12:56:22.986" v="20" actId="21"/>
          <ac:spMkLst>
            <pc:docMk/>
            <pc:sldMk cId="266783378" sldId="262"/>
            <ac:spMk id="2" creationId="{85CE0282-F4FE-7C1D-75EC-7003B28BA690}"/>
          </ac:spMkLst>
        </pc:spChg>
        <pc:spChg chg="del">
          <ac:chgData name="Puneesamadongsae@hotmail.com" userId="b2c4fff8e816e3b4" providerId="LiveId" clId="{7F636533-F018-4FA6-898F-B271EC96F95B}" dt="2026-09-29T12:56:25.046" v="21" actId="21"/>
          <ac:spMkLst>
            <pc:docMk/>
            <pc:sldMk cId="266783378" sldId="262"/>
            <ac:spMk id="3" creationId="{310EDDC2-AE4A-78C0-EE32-272F01AE9912}"/>
          </ac:spMkLst>
        </pc:spChg>
        <pc:picChg chg="add mod">
          <ac:chgData name="Puneesamadongsae@hotmail.com" userId="b2c4fff8e816e3b4" providerId="LiveId" clId="{7F636533-F018-4FA6-898F-B271EC96F95B}" dt="2026-09-29T12:56:31.275" v="22" actId="931"/>
          <ac:picMkLst>
            <pc:docMk/>
            <pc:sldMk cId="266783378" sldId="262"/>
            <ac:picMk id="5" creationId="{E9C2EA1E-FADF-7A1E-8EA1-240D369B4F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E7CB4-DD9C-FEEA-2269-FF9EDD046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6BF55-790F-C899-4159-83F1CA1E5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EFEC1-7C7E-1FDD-A9E9-FFB55F0A3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1D67-4E13-41DA-A413-3C75E378911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5A6F3-4D73-8A24-7661-FB23259DF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AE48B-E73B-5447-C0B0-4400061F0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619E8-3E35-4CE4-AF68-D771223BD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8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4D96-BDBE-0DA8-5602-EA60E07F4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2C8C1-C2CB-6954-6CEA-4FE81D577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D5E37-5406-7F29-42B4-6D46FEE84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1D67-4E13-41DA-A413-3C75E378911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62A09-F88D-3728-05C4-C52AEFBE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9DF16-4948-4E38-65D5-C8860B9B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619E8-3E35-4CE4-AF68-D771223BD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40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C9224-093B-DF42-4E73-9C3EA9ACD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6E785-2694-9566-2BB2-8771BE80C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DA5B2-175B-9420-5651-CBCED22A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1D67-4E13-41DA-A413-3C75E378911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07756-653A-2800-9907-FA9D12070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2A460-7AD9-7AA9-323E-4EAC153E8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619E8-3E35-4CE4-AF68-D771223BD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46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B3359-F5A5-2176-AD60-BE203A2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60E9E-22B8-71CB-44A1-0FAA02DE6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97070-0D94-8AD8-116C-6C1AF8336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EC47C-9CF5-9B3F-B834-12B9F11B5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1D67-4E13-41DA-A413-3C75E378911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4A55F-95B0-9766-9445-EB0623831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318BE-604F-619A-0CE8-1567D226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619E8-3E35-4CE4-AF68-D771223BD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2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E1C8-CF11-BAD0-FB26-C548C4A3B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A07CB-5DF8-F2AC-B2E5-548591F96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4E265-A36F-6E1F-B958-FFEA119A1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BC8F3C-118F-11E8-C1A1-D22AF8A07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C590CC-00A6-E6E9-68D0-B7EBF1F72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7D8A7B-7D5E-F48F-3FFF-7718981DE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1D67-4E13-41DA-A413-3C75E378911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03E3B-6B4D-A2A0-9791-6C77ED22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0094E0-D1B1-E31F-E317-A74FCCE88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619E8-3E35-4CE4-AF68-D771223BD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9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015BF-13A6-EFEC-D018-14BF7CA3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25831-507B-F179-38F1-44EA8F6EA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1D67-4E13-41DA-A413-3C75E378911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80C11-3918-A8D7-AA9C-07A92AEF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51252-4D1C-1D74-516F-2269A5CB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619E8-3E35-4CE4-AF68-D771223BD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4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3A087-0B38-15A7-437C-6038A6EC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1D67-4E13-41DA-A413-3C75E378911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3A349-0D8A-849C-6FF6-90BBDBBBD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D7115-3262-2E98-934B-4A30B06B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619E8-3E35-4CE4-AF68-D771223BD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11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B2913-C1EF-E74E-1C36-6A424D466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92D8D-89DB-73ED-D051-F5663C976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D7C48-C2E9-F7BA-4011-5D1B19DCC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32959-AE81-91A9-CCA5-EA29A73A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1D67-4E13-41DA-A413-3C75E378911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2757F-29E7-36CA-5361-FAE1CBDE6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EC59E-339F-B8F4-418F-D1481AD2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619E8-3E35-4CE4-AF68-D771223BD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6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EAF6-5A18-52FD-5656-1ADE14D81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C89226-FD90-9897-C89D-6E4168344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9B35F-363B-51B7-6A80-C906FC0E8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0C08B-0971-161E-8B28-28ADAFE0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1D67-4E13-41DA-A413-3C75E378911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518F1-5F78-0AE6-A106-B472FC496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53D58-E57B-0D84-CFE5-7E58D8B5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619E8-3E35-4CE4-AF68-D771223BD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6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C08E2-ACE2-ABDB-4CB6-99F2EDF8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CB70C-BCF3-9C01-C4D0-7B20BB979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D3C9E-99DA-EF50-5FD2-8E48092A1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1D67-4E13-41DA-A413-3C75E378911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50812-0EC7-D8B2-1E6E-130772CA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9B8B-A3BC-FFCE-6ABC-49AE70942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619E8-3E35-4CE4-AF68-D771223BD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0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08A516-6F98-7FF2-725A-3CDFC1527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5CBD5C-DAB8-5CAE-92F8-E3C20F7DC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4C6AC-1C8C-54C2-902C-B97DE8E0E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1D67-4E13-41DA-A413-3C75E378911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AE86B-50FE-0371-B410-38C5A45DD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ED8DE-65ED-DA63-E849-D3805575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619E8-3E35-4CE4-AF68-D771223BD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7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9C74F0-4AAD-4737-2E76-69FB1B3A2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9A420-D5F1-9C70-5ACF-B8F5AE729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0454B-56B9-FBED-949F-45982C55C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71D67-4E13-41DA-A413-3C75E378911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AC985-C36D-4176-CC83-5A22020D5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EC5CC-6B6A-73DA-6257-43FFD4CCF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619E8-3E35-4CE4-AF68-D771223BDA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9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D259BB-6835-0090-E3AF-6E7845998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5" y="108038"/>
            <a:ext cx="10150079" cy="6641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8A6C10-5767-FD80-31BF-745851D8DCBD}"/>
              </a:ext>
            </a:extLst>
          </p:cNvPr>
          <p:cNvSpPr txBox="1"/>
          <p:nvPr/>
        </p:nvSpPr>
        <p:spPr>
          <a:xfrm>
            <a:off x="9007079" y="5047488"/>
            <a:ext cx="1737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200" dirty="0">
                <a:highlight>
                  <a:srgbClr val="FFFF00"/>
                </a:highlight>
              </a:rPr>
              <a:t>โรงเรียนธรรมวิทยามูลนิธิ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CD1A22-4D8B-8C72-A572-36B2B2DD84E1}"/>
              </a:ext>
            </a:extLst>
          </p:cNvPr>
          <p:cNvSpPr txBox="1"/>
          <p:nvPr/>
        </p:nvSpPr>
        <p:spPr>
          <a:xfrm>
            <a:off x="3246120" y="2688336"/>
            <a:ext cx="148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200" dirty="0">
                <a:highlight>
                  <a:srgbClr val="00FF00"/>
                </a:highlight>
              </a:rPr>
              <a:t>โรงเรียนสตรีอิสลามวิทยามูลนิธิ</a:t>
            </a:r>
            <a:endParaRPr lang="en-US" sz="1200" dirty="0">
              <a:highlight>
                <a:srgbClr val="00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02CA6-51B4-E857-3962-270E96D0E48E}"/>
              </a:ext>
            </a:extLst>
          </p:cNvPr>
          <p:cNvSpPr txBox="1"/>
          <p:nvPr/>
        </p:nvSpPr>
        <p:spPr>
          <a:xfrm>
            <a:off x="2542032" y="1342728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400" dirty="0">
                <a:highlight>
                  <a:srgbClr val="0000FF"/>
                </a:highlight>
              </a:rPr>
              <a:t>แม่น้ำปัตตานี</a:t>
            </a:r>
            <a:endParaRPr lang="en-US" sz="1400" dirty="0">
              <a:highlight>
                <a:srgbClr val="0000FF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12A72F-CBC6-E597-F4C5-8BF4099B84B7}"/>
              </a:ext>
            </a:extLst>
          </p:cNvPr>
          <p:cNvSpPr txBox="1"/>
          <p:nvPr/>
        </p:nvSpPr>
        <p:spPr>
          <a:xfrm>
            <a:off x="3986868" y="1650505"/>
            <a:ext cx="772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200" dirty="0">
                <a:highlight>
                  <a:srgbClr val="00FFFF"/>
                </a:highlight>
              </a:rPr>
              <a:t>หอพักนักเรียน</a:t>
            </a:r>
            <a:endParaRPr lang="en-US" sz="1200" dirty="0">
              <a:highlight>
                <a:srgbClr val="00FFFF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FFAF9E-BE81-1020-D74F-27B045AA6B58}"/>
              </a:ext>
            </a:extLst>
          </p:cNvPr>
          <p:cNvSpPr txBox="1"/>
          <p:nvPr/>
        </p:nvSpPr>
        <p:spPr>
          <a:xfrm>
            <a:off x="7580376" y="1064289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200" dirty="0" err="1">
                <a:highlight>
                  <a:srgbClr val="FF0000"/>
                </a:highlight>
              </a:rPr>
              <a:t>มัสยิ</a:t>
            </a:r>
            <a:r>
              <a:rPr lang="th-TH" sz="1200" dirty="0">
                <a:highlight>
                  <a:srgbClr val="FF0000"/>
                </a:highlight>
              </a:rPr>
              <a:t>ดนู</a:t>
            </a:r>
            <a:r>
              <a:rPr lang="th-TH" sz="1200" dirty="0" err="1">
                <a:highlight>
                  <a:srgbClr val="FF0000"/>
                </a:highlight>
              </a:rPr>
              <a:t>รุลฮู</a:t>
            </a:r>
            <a:r>
              <a:rPr lang="th-TH" sz="1200" dirty="0">
                <a:highlight>
                  <a:srgbClr val="FF0000"/>
                </a:highlight>
              </a:rPr>
              <a:t>ดา</a:t>
            </a:r>
            <a:endParaRPr lang="en-US" sz="1200" dirty="0">
              <a:highlight>
                <a:srgbClr val="FF00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DEE94-9AEF-09C8-2385-7FA932369796}"/>
              </a:ext>
            </a:extLst>
          </p:cNvPr>
          <p:cNvSpPr txBox="1"/>
          <p:nvPr/>
        </p:nvSpPr>
        <p:spPr>
          <a:xfrm>
            <a:off x="4373352" y="5806440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400" dirty="0">
                <a:highlight>
                  <a:srgbClr val="C0C0C0"/>
                </a:highlight>
              </a:rPr>
              <a:t>มัสยิดกลาง</a:t>
            </a:r>
            <a:endParaRPr lang="en-US" sz="1400" dirty="0">
              <a:highlight>
                <a:srgbClr val="C0C0C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A4586-F9FC-DFFE-6164-9BEED8D10C95}"/>
              </a:ext>
            </a:extLst>
          </p:cNvPr>
          <p:cNvSpPr txBox="1"/>
          <p:nvPr/>
        </p:nvSpPr>
        <p:spPr>
          <a:xfrm>
            <a:off x="7104888" y="3602736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highlight>
                  <a:srgbClr val="FF00FF"/>
                </a:highlight>
              </a:rPr>
              <a:t>ตลาดเก่า</a:t>
            </a:r>
            <a:endParaRPr lang="en-US" dirty="0"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88412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D95DCE-46A9-6950-CEE2-9E386544E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6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C2EA1E-FADF-7A1E-8EA1-240D369B4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83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FA8016-D6A2-9752-3E10-393B73CC3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" y="233172"/>
            <a:ext cx="4320540" cy="5806440"/>
          </a:xfrm>
          <a:prstGeom prst="rect">
            <a:avLst/>
          </a:prstGeom>
        </p:spPr>
      </p:pic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D6862393-B1BF-98EA-3DB4-115921A28DB6}"/>
              </a:ext>
            </a:extLst>
          </p:cNvPr>
          <p:cNvSpPr/>
          <p:nvPr/>
        </p:nvSpPr>
        <p:spPr>
          <a:xfrm>
            <a:off x="7758684" y="530357"/>
            <a:ext cx="1581912" cy="566924"/>
          </a:xfrm>
          <a:prstGeom prst="flowChartTermina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58E0D3-A4FB-62CF-EF86-F7649F564653}"/>
              </a:ext>
            </a:extLst>
          </p:cNvPr>
          <p:cNvSpPr/>
          <p:nvPr/>
        </p:nvSpPr>
        <p:spPr>
          <a:xfrm>
            <a:off x="7882128" y="1399034"/>
            <a:ext cx="1335024" cy="4754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สอบเก็บคะแนน</a:t>
            </a:r>
            <a:endParaRPr lang="en-US" dirty="0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9BE17BEB-2331-DD6A-6040-79A27AB0B7AE}"/>
              </a:ext>
            </a:extLst>
          </p:cNvPr>
          <p:cNvSpPr/>
          <p:nvPr/>
        </p:nvSpPr>
        <p:spPr>
          <a:xfrm>
            <a:off x="7507224" y="2921511"/>
            <a:ext cx="2084832" cy="827529"/>
          </a:xfrm>
          <a:prstGeom prst="diamond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คะแนน</a:t>
            </a:r>
            <a:r>
              <a:rPr lang="en-US" dirty="0"/>
              <a:t>&lt;,&gt; 50 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E0D99A95-CEA3-5711-D76D-8050821F0DD5}"/>
              </a:ext>
            </a:extLst>
          </p:cNvPr>
          <p:cNvSpPr/>
          <p:nvPr/>
        </p:nvSpPr>
        <p:spPr>
          <a:xfrm>
            <a:off x="7763256" y="5308088"/>
            <a:ext cx="1664208" cy="566923"/>
          </a:xfrm>
          <a:prstGeom prst="flowChartTermina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0D8423-74BB-9423-DD2A-CCF11108DA1B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8549640" y="1097281"/>
            <a:ext cx="0" cy="301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2BF07D8-8CAC-F6E5-98B7-A51A3F81BF8B}"/>
              </a:ext>
            </a:extLst>
          </p:cNvPr>
          <p:cNvSpPr/>
          <p:nvPr/>
        </p:nvSpPr>
        <p:spPr>
          <a:xfrm>
            <a:off x="7680960" y="2144270"/>
            <a:ext cx="1737360" cy="4754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ประมวณผลการสอบ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F1EC67-A87C-ACEB-6540-530DF5D6C5E9}"/>
              </a:ext>
            </a:extLst>
          </p:cNvPr>
          <p:cNvCxnSpPr>
            <a:stCxn id="8" idx="2"/>
            <a:endCxn id="26" idx="0"/>
          </p:cNvCxnSpPr>
          <p:nvPr/>
        </p:nvCxnSpPr>
        <p:spPr>
          <a:xfrm>
            <a:off x="8549640" y="1874522"/>
            <a:ext cx="0" cy="269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B8BFD0C-836C-D75C-6F40-68E2C38B5D0D}"/>
              </a:ext>
            </a:extLst>
          </p:cNvPr>
          <p:cNvCxnSpPr>
            <a:stCxn id="26" idx="2"/>
            <a:endCxn id="9" idx="0"/>
          </p:cNvCxnSpPr>
          <p:nvPr/>
        </p:nvCxnSpPr>
        <p:spPr>
          <a:xfrm>
            <a:off x="8549640" y="2619758"/>
            <a:ext cx="0" cy="301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0DAC667-5D04-9C93-ED28-2027353691A2}"/>
              </a:ext>
            </a:extLst>
          </p:cNvPr>
          <p:cNvSpPr/>
          <p:nvPr/>
        </p:nvSpPr>
        <p:spPr>
          <a:xfrm>
            <a:off x="5449824" y="3749040"/>
            <a:ext cx="1243584" cy="4114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36A0A07-048B-7B5F-A41A-502596EE1E27}"/>
              </a:ext>
            </a:extLst>
          </p:cNvPr>
          <p:cNvSpPr/>
          <p:nvPr/>
        </p:nvSpPr>
        <p:spPr>
          <a:xfrm>
            <a:off x="10362338" y="3749040"/>
            <a:ext cx="1243584" cy="4114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AEE43B-4D11-380C-23A2-E6663CCD92DD}"/>
              </a:ext>
            </a:extLst>
          </p:cNvPr>
          <p:cNvSpPr txBox="1"/>
          <p:nvPr/>
        </p:nvSpPr>
        <p:spPr>
          <a:xfrm>
            <a:off x="5564797" y="3380995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มากกว่า </a:t>
            </a:r>
            <a:r>
              <a:rPr lang="en-US" dirty="0"/>
              <a:t>50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7DF7E8-CECD-5DA7-A771-1F1878884700}"/>
              </a:ext>
            </a:extLst>
          </p:cNvPr>
          <p:cNvSpPr txBox="1"/>
          <p:nvPr/>
        </p:nvSpPr>
        <p:spPr>
          <a:xfrm>
            <a:off x="10378440" y="3429000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น้อยกว่า </a:t>
            </a:r>
            <a:r>
              <a:rPr lang="en-US" dirty="0"/>
              <a:t>50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D361F70-5F54-CB46-1DA9-79FD8D42D8F1}"/>
              </a:ext>
            </a:extLst>
          </p:cNvPr>
          <p:cNvSpPr/>
          <p:nvPr/>
        </p:nvSpPr>
        <p:spPr>
          <a:xfrm>
            <a:off x="7598664" y="4224528"/>
            <a:ext cx="1993392" cy="5417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ประกาศผลการสอบ</a:t>
            </a:r>
            <a:endParaRPr lang="en-US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D6D6500-6D53-0134-D1DD-1F759C21361D}"/>
              </a:ext>
            </a:extLst>
          </p:cNvPr>
          <p:cNvCxnSpPr>
            <a:stCxn id="43" idx="2"/>
            <a:endCxn id="18" idx="0"/>
          </p:cNvCxnSpPr>
          <p:nvPr/>
        </p:nvCxnSpPr>
        <p:spPr>
          <a:xfrm>
            <a:off x="8595360" y="4766308"/>
            <a:ext cx="0" cy="541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DC1125CD-5596-0C1E-BA31-1D79CBFA411F}"/>
              </a:ext>
            </a:extLst>
          </p:cNvPr>
          <p:cNvCxnSpPr>
            <a:stCxn id="9" idx="1"/>
            <a:endCxn id="39" idx="3"/>
          </p:cNvCxnSpPr>
          <p:nvPr/>
        </p:nvCxnSpPr>
        <p:spPr>
          <a:xfrm rot="10800000" flipV="1">
            <a:off x="6693408" y="3335276"/>
            <a:ext cx="813816" cy="6195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B25E86B6-98E8-11E0-07B5-70DD164A68FD}"/>
              </a:ext>
            </a:extLst>
          </p:cNvPr>
          <p:cNvCxnSpPr>
            <a:stCxn id="9" idx="3"/>
            <a:endCxn id="40" idx="1"/>
          </p:cNvCxnSpPr>
          <p:nvPr/>
        </p:nvCxnSpPr>
        <p:spPr>
          <a:xfrm>
            <a:off x="9592056" y="3335276"/>
            <a:ext cx="770282" cy="6195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0B1887D-4823-9328-E27F-9C6ADB680EB0}"/>
              </a:ext>
            </a:extLst>
          </p:cNvPr>
          <p:cNvCxnSpPr>
            <a:stCxn id="39" idx="2"/>
          </p:cNvCxnSpPr>
          <p:nvPr/>
        </p:nvCxnSpPr>
        <p:spPr>
          <a:xfrm rot="16200000" flipH="1">
            <a:off x="6588252" y="3643884"/>
            <a:ext cx="484632" cy="15179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9CE155A-96DF-3527-DAC1-E4A6B5DC5CC2}"/>
              </a:ext>
            </a:extLst>
          </p:cNvPr>
          <p:cNvCxnSpPr>
            <a:stCxn id="40" idx="2"/>
            <a:endCxn id="43" idx="3"/>
          </p:cNvCxnSpPr>
          <p:nvPr/>
        </p:nvCxnSpPr>
        <p:spPr>
          <a:xfrm rot="5400000">
            <a:off x="10120644" y="3631932"/>
            <a:ext cx="334898" cy="13920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04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F77C2A04-2E77-476D-9AF8-1F878B397796}"/>
              </a:ext>
            </a:extLst>
          </p:cNvPr>
          <p:cNvSpPr/>
          <p:nvPr/>
        </p:nvSpPr>
        <p:spPr>
          <a:xfrm>
            <a:off x="4882897" y="182879"/>
            <a:ext cx="2029968" cy="630936"/>
          </a:xfrm>
          <a:prstGeom prst="flowChartTerminator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Start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360567-F56C-0E35-F2B1-33F960163AE4}"/>
              </a:ext>
            </a:extLst>
          </p:cNvPr>
          <p:cNvCxnSpPr>
            <a:stCxn id="4" idx="2"/>
          </p:cNvCxnSpPr>
          <p:nvPr/>
        </p:nvCxnSpPr>
        <p:spPr>
          <a:xfrm>
            <a:off x="5897881" y="813815"/>
            <a:ext cx="0" cy="32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9CDEF98-AE37-0764-350A-9038178F41AA}"/>
              </a:ext>
            </a:extLst>
          </p:cNvPr>
          <p:cNvSpPr/>
          <p:nvPr/>
        </p:nvSpPr>
        <p:spPr>
          <a:xfrm>
            <a:off x="4654299" y="1156716"/>
            <a:ext cx="2487164" cy="5166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/>
              <a:t>สอบประมวณผล</a:t>
            </a:r>
            <a:endParaRPr lang="en-US" sz="2400" dirty="0"/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FE118BC4-A7D4-3DB6-1F1F-EE5AAEAA5908}"/>
              </a:ext>
            </a:extLst>
          </p:cNvPr>
          <p:cNvSpPr/>
          <p:nvPr/>
        </p:nvSpPr>
        <p:spPr>
          <a:xfrm>
            <a:off x="4311398" y="2048258"/>
            <a:ext cx="3172966" cy="905256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 &gt;=80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4511C2F8-269D-4FB1-0683-F255928CECC0}"/>
              </a:ext>
            </a:extLst>
          </p:cNvPr>
          <p:cNvCxnSpPr>
            <a:stCxn id="8" idx="1"/>
          </p:cNvCxnSpPr>
          <p:nvPr/>
        </p:nvCxnSpPr>
        <p:spPr>
          <a:xfrm rot="10800000" flipV="1">
            <a:off x="3785616" y="2500886"/>
            <a:ext cx="525782" cy="5440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mond 14">
            <a:extLst>
              <a:ext uri="{FF2B5EF4-FFF2-40B4-BE49-F238E27FC236}">
                <a16:creationId xmlns:a16="http://schemas.microsoft.com/office/drawing/2014/main" id="{2E2705E5-5307-1190-9B58-C82D328E42D3}"/>
              </a:ext>
            </a:extLst>
          </p:cNvPr>
          <p:cNvSpPr/>
          <p:nvPr/>
        </p:nvSpPr>
        <p:spPr>
          <a:xfrm>
            <a:off x="2432303" y="3008374"/>
            <a:ext cx="2706625" cy="804672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 &gt;=75</a:t>
            </a:r>
          </a:p>
        </p:txBody>
      </p:sp>
      <p:sp>
        <p:nvSpPr>
          <p:cNvPr id="18" name="Flowchart: Decision 17">
            <a:extLst>
              <a:ext uri="{FF2B5EF4-FFF2-40B4-BE49-F238E27FC236}">
                <a16:creationId xmlns:a16="http://schemas.microsoft.com/office/drawing/2014/main" id="{4833AB2B-D745-E640-F92E-B0C847CFEF34}"/>
              </a:ext>
            </a:extLst>
          </p:cNvPr>
          <p:cNvSpPr/>
          <p:nvPr/>
        </p:nvSpPr>
        <p:spPr>
          <a:xfrm>
            <a:off x="4626868" y="3794756"/>
            <a:ext cx="2542025" cy="804672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 &gt;50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101D92-4367-43F9-1C86-7C92FCA47550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897881" y="1673352"/>
            <a:ext cx="0" cy="374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C3BD8B0-1155-1F54-8CD3-76985C857AD1}"/>
              </a:ext>
            </a:extLst>
          </p:cNvPr>
          <p:cNvCxnSpPr>
            <a:stCxn id="15" idx="3"/>
            <a:endCxn id="18" idx="0"/>
          </p:cNvCxnSpPr>
          <p:nvPr/>
        </p:nvCxnSpPr>
        <p:spPr>
          <a:xfrm>
            <a:off x="5138928" y="3410710"/>
            <a:ext cx="758953" cy="3840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A09F154-2BE4-F0D0-37EA-A12CFB6A473C}"/>
              </a:ext>
            </a:extLst>
          </p:cNvPr>
          <p:cNvCxnSpPr>
            <a:stCxn id="18" idx="3"/>
          </p:cNvCxnSpPr>
          <p:nvPr/>
        </p:nvCxnSpPr>
        <p:spPr>
          <a:xfrm>
            <a:off x="7168893" y="4197092"/>
            <a:ext cx="502923" cy="5303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EECFFBF-6842-3438-E73B-E5491851877D}"/>
              </a:ext>
            </a:extLst>
          </p:cNvPr>
          <p:cNvCxnSpPr>
            <a:stCxn id="18" idx="1"/>
          </p:cNvCxnSpPr>
          <p:nvPr/>
        </p:nvCxnSpPr>
        <p:spPr>
          <a:xfrm rot="10800000" flipV="1">
            <a:off x="4169664" y="4197092"/>
            <a:ext cx="457204" cy="5120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91DCBAC-ADA9-0D68-E385-F5846AE527B4}"/>
              </a:ext>
            </a:extLst>
          </p:cNvPr>
          <p:cNvSpPr/>
          <p:nvPr/>
        </p:nvSpPr>
        <p:spPr>
          <a:xfrm>
            <a:off x="3374135" y="4709161"/>
            <a:ext cx="1527049" cy="594354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/>
              <a:t>ผ่าน</a:t>
            </a:r>
            <a:endParaRPr lang="en-US" sz="20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94D4A93-F131-EC1D-6B3E-5E80E27DD51E}"/>
              </a:ext>
            </a:extLst>
          </p:cNvPr>
          <p:cNvSpPr/>
          <p:nvPr/>
        </p:nvSpPr>
        <p:spPr>
          <a:xfrm>
            <a:off x="6986014" y="4718296"/>
            <a:ext cx="1527049" cy="530355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/>
              <a:t>ไม่ผ่าน</a:t>
            </a:r>
            <a:endParaRPr lang="en-US" sz="2000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1DB5CFE2-284B-C2EC-5ABB-005AFEACA528}"/>
              </a:ext>
            </a:extLst>
          </p:cNvPr>
          <p:cNvCxnSpPr>
            <a:stCxn id="15" idx="1"/>
          </p:cNvCxnSpPr>
          <p:nvPr/>
        </p:nvCxnSpPr>
        <p:spPr>
          <a:xfrm rot="10800000" flipV="1">
            <a:off x="1911097" y="3410710"/>
            <a:ext cx="521207" cy="6400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3278457-7E75-08E4-E71C-E5C5BBFC0553}"/>
              </a:ext>
            </a:extLst>
          </p:cNvPr>
          <p:cNvSpPr/>
          <p:nvPr/>
        </p:nvSpPr>
        <p:spPr>
          <a:xfrm>
            <a:off x="1078990" y="4050793"/>
            <a:ext cx="1664211" cy="52121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/>
              <a:t>ดีเยี่ยม</a:t>
            </a:r>
            <a:endParaRPr lang="en-US" sz="24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0CBCE32-B855-6DA5-6860-E7F180F1272E}"/>
              </a:ext>
            </a:extLst>
          </p:cNvPr>
          <p:cNvCxnSpPr>
            <a:stCxn id="8" idx="3"/>
          </p:cNvCxnSpPr>
          <p:nvPr/>
        </p:nvCxnSpPr>
        <p:spPr>
          <a:xfrm>
            <a:off x="7484364" y="2500886"/>
            <a:ext cx="10332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19D5007-4483-E33E-F8C1-D88CA4CDA700}"/>
              </a:ext>
            </a:extLst>
          </p:cNvPr>
          <p:cNvSpPr/>
          <p:nvPr/>
        </p:nvSpPr>
        <p:spPr>
          <a:xfrm>
            <a:off x="8517635" y="2203706"/>
            <a:ext cx="2048256" cy="59436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/>
              <a:t>ดีเลิศ</a:t>
            </a:r>
            <a:endParaRPr lang="en-US" sz="240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A1B3971-0301-213F-4C0E-B8575C58DD24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4137660" y="5303515"/>
            <a:ext cx="0" cy="3383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D629BD7-8515-AE5D-C21F-BE74647C3FC1}"/>
              </a:ext>
            </a:extLst>
          </p:cNvPr>
          <p:cNvCxnSpPr/>
          <p:nvPr/>
        </p:nvCxnSpPr>
        <p:spPr>
          <a:xfrm>
            <a:off x="4137659" y="5641848"/>
            <a:ext cx="36164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EC8AAD2-20A4-D8E3-A789-492F524CD0B8}"/>
              </a:ext>
            </a:extLst>
          </p:cNvPr>
          <p:cNvCxnSpPr>
            <a:endCxn id="28" idx="2"/>
          </p:cNvCxnSpPr>
          <p:nvPr/>
        </p:nvCxnSpPr>
        <p:spPr>
          <a:xfrm flipV="1">
            <a:off x="7749538" y="5248651"/>
            <a:ext cx="1" cy="4023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FD33EE7D-D796-A7ED-2446-353888C6DB7F}"/>
              </a:ext>
            </a:extLst>
          </p:cNvPr>
          <p:cNvSpPr/>
          <p:nvPr/>
        </p:nvSpPr>
        <p:spPr>
          <a:xfrm>
            <a:off x="3785615" y="6044185"/>
            <a:ext cx="2857495" cy="6035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dirty="0"/>
              <a:t>ประกาศผลสอบ</a:t>
            </a:r>
            <a:endParaRPr lang="en-US" sz="2800" dirty="0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D1288E7A-17D5-32C5-97D8-B7ACA67B1ADC}"/>
              </a:ext>
            </a:extLst>
          </p:cNvPr>
          <p:cNvCxnSpPr>
            <a:stCxn id="31" idx="2"/>
            <a:endCxn id="54" idx="1"/>
          </p:cNvCxnSpPr>
          <p:nvPr/>
        </p:nvCxnSpPr>
        <p:spPr>
          <a:xfrm rot="16200000" flipH="1">
            <a:off x="1961390" y="4521710"/>
            <a:ext cx="1773930" cy="18745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D5015B6-3909-32D4-460B-D9DF9D2C0CDC}"/>
              </a:ext>
            </a:extLst>
          </p:cNvPr>
          <p:cNvCxnSpPr>
            <a:stCxn id="34" idx="2"/>
          </p:cNvCxnSpPr>
          <p:nvPr/>
        </p:nvCxnSpPr>
        <p:spPr>
          <a:xfrm>
            <a:off x="9541763" y="2798066"/>
            <a:ext cx="0" cy="29626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A9F8434-3D72-BE52-26D1-5826D9855F80}"/>
              </a:ext>
            </a:extLst>
          </p:cNvPr>
          <p:cNvCxnSpPr/>
          <p:nvPr/>
        </p:nvCxnSpPr>
        <p:spPr>
          <a:xfrm flipH="1">
            <a:off x="5214362" y="5779008"/>
            <a:ext cx="43274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D4E2CDB-357B-C7E8-7DCF-8D3D955A33B9}"/>
              </a:ext>
            </a:extLst>
          </p:cNvPr>
          <p:cNvCxnSpPr>
            <a:endCxn id="54" idx="0"/>
          </p:cNvCxnSpPr>
          <p:nvPr/>
        </p:nvCxnSpPr>
        <p:spPr>
          <a:xfrm>
            <a:off x="5214362" y="5760720"/>
            <a:ext cx="1" cy="283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3BFCBE6-A2FF-C9BB-49B7-006ACDDCE337}"/>
              </a:ext>
            </a:extLst>
          </p:cNvPr>
          <p:cNvCxnSpPr>
            <a:stCxn id="54" idx="3"/>
          </p:cNvCxnSpPr>
          <p:nvPr/>
        </p:nvCxnSpPr>
        <p:spPr>
          <a:xfrm>
            <a:off x="6643110" y="6345935"/>
            <a:ext cx="8412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lowchart: Terminator 68">
            <a:extLst>
              <a:ext uri="{FF2B5EF4-FFF2-40B4-BE49-F238E27FC236}">
                <a16:creationId xmlns:a16="http://schemas.microsoft.com/office/drawing/2014/main" id="{250718AE-AF2E-F877-B7B4-B1ADECA7F48B}"/>
              </a:ext>
            </a:extLst>
          </p:cNvPr>
          <p:cNvSpPr/>
          <p:nvPr/>
        </p:nvSpPr>
        <p:spPr>
          <a:xfrm>
            <a:off x="7484364" y="6044185"/>
            <a:ext cx="1906524" cy="603500"/>
          </a:xfrm>
          <a:prstGeom prst="flowChartTerminator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End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0C3356-E978-D106-624C-B8FA5CF28F81}"/>
              </a:ext>
            </a:extLst>
          </p:cNvPr>
          <p:cNvSpPr txBox="1"/>
          <p:nvPr/>
        </p:nvSpPr>
        <p:spPr>
          <a:xfrm>
            <a:off x="7368918" y="2180621"/>
            <a:ext cx="11725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Score &gt;=80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6AAA83C-FD4D-16BF-F89E-3E970A46024F}"/>
              </a:ext>
            </a:extLst>
          </p:cNvPr>
          <p:cNvSpPr txBox="1"/>
          <p:nvPr/>
        </p:nvSpPr>
        <p:spPr>
          <a:xfrm>
            <a:off x="6912865" y="3794756"/>
            <a:ext cx="1357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Score&lt;=50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1FE2BD6-BDD8-B26C-CA77-D9D8A8328DE5}"/>
              </a:ext>
            </a:extLst>
          </p:cNvPr>
          <p:cNvSpPr txBox="1"/>
          <p:nvPr/>
        </p:nvSpPr>
        <p:spPr>
          <a:xfrm>
            <a:off x="3716001" y="3876828"/>
            <a:ext cx="11725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Score &gt;=50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1DAFF0-BFBF-DF91-E410-8C09859630A4}"/>
              </a:ext>
            </a:extLst>
          </p:cNvPr>
          <p:cNvSpPr txBox="1"/>
          <p:nvPr/>
        </p:nvSpPr>
        <p:spPr>
          <a:xfrm>
            <a:off x="3374135" y="2194450"/>
            <a:ext cx="11725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Score &lt;=80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A7232EA-0802-E0D4-5E43-D8558091A03B}"/>
              </a:ext>
            </a:extLst>
          </p:cNvPr>
          <p:cNvSpPr txBox="1"/>
          <p:nvPr/>
        </p:nvSpPr>
        <p:spPr>
          <a:xfrm flipH="1">
            <a:off x="1605804" y="3067247"/>
            <a:ext cx="2354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Score &gt;=75</a:t>
            </a:r>
          </a:p>
        </p:txBody>
      </p:sp>
    </p:spTree>
    <p:extLst>
      <p:ext uri="{BB962C8B-B14F-4D97-AF65-F5344CB8AC3E}">
        <p14:creationId xmlns:p14="http://schemas.microsoft.com/office/powerpoint/2010/main" val="3681463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84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Puneesamadongsae@hotmail.com</dc:creator>
  <cp:lastModifiedBy>Puneesamadongsae@hotmail.com</cp:lastModifiedBy>
  <cp:revision>2</cp:revision>
  <dcterms:created xsi:type="dcterms:W3CDTF">2026-09-29T04:44:05Z</dcterms:created>
  <dcterms:modified xsi:type="dcterms:W3CDTF">2026-10-22T08:36:39Z</dcterms:modified>
</cp:coreProperties>
</file>