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56098-2EE4-55AC-9547-C1F18815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9D8CF-92AF-1BA3-7610-1D21B2232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87D3-BA3C-0A40-1906-3C5C6297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3E40-6FB6-AAD2-D8EB-D316F54E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33363-0673-8BB0-5276-6FBBBE51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4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5589C-5912-41EF-BC43-D121034D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481C-A839-B083-BDDE-048D227E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01917-E1C8-0FA8-3742-2B81546C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526EF-ACA0-1263-C3EF-298E183F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94F2-FE21-0106-A30A-3A91C454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0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1020-1ECB-DF18-9F12-DC07DE7D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1098B-CFC5-E216-8D3C-BE503EE2B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E8ABE-55C1-1D03-FC2A-4E36936F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B8D83-1366-9C70-ED9F-61944984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478E9-AE8D-F1C7-08AC-464CDFF5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1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0AA4-CEC5-A3F4-9D64-F5E4C2E8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959C-9DFB-C18F-0FDE-6C2993A54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3927C-7803-91FF-42D1-43322DAFB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E40FC-47C0-F15C-0965-793C0C87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0222-1019-B05F-68ED-87CEB640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FB906-64FE-16A0-5951-591DBAA2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66E3-BD80-9363-D37B-614D697E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2F1E3-90F5-BCCF-7896-69D8E59E7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26D26-1F08-0594-574C-C189C502C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890F8-D495-384F-99F2-FCB0EA6F8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C6E9B-59B4-9D21-40F5-319E8C304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94FD2-E9E9-6FC0-3189-40C671A3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05EF8-49B4-1811-8B59-D32B469B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64BEA-0A5A-806D-DBB3-22CFD439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E832-F678-6033-B69D-0E2EB1D7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CBFE-A95A-33D3-D0CC-48126657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C7691-4CFA-5AC6-720F-DEA2AB3E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1B2BA-F8C2-AEBC-046E-9966CABC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2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90B63-F188-D94C-0734-ABC63CA7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65C7A-8BC7-F716-BE1C-06C70EB8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43E4E-1255-1714-C3EA-33098714B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0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FCF7-CF9F-4971-104E-B7B8A77A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314E5-D761-4402-1DBF-CCBD409C6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2F26B-914B-2C65-94CC-AE8E69A1C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B9DD4-5C69-0987-5E1C-1C9EADF2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82F3B-9135-5409-B957-E4215E16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F00A8-B6F2-88C8-4DDF-48C757E2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9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3E9D-6371-0C9D-E1B1-92512C0B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924BA-0C2A-D3BF-8ECC-28300F8F40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6BD7E-2068-EFCD-36AD-6308272A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827E9-CAB3-EC2A-122E-025ADD36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C473E-25B9-5536-B1D1-D8EFD4E0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E74A0-331E-9ACA-B27C-EFBCF7FA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8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2165-9848-3625-7C70-B3569489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AF52-B1D1-FC1C-D986-C097CEBBB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2D089-5EA3-502D-1515-77148BBF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AF638-FDC5-34EC-D2BE-0F66CC73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35732-4C59-CA07-4034-694846D7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7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7A80E-40A5-B021-B188-38E0D3E87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9ADDF-867B-2DE8-2A0E-9348B6052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F788-69DC-E5AA-D672-2232C414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C7988-0BF1-5FD8-2CD7-99C303A7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E51CE-BC78-B2A9-95AE-E8E5FD10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98D7F-D9FB-B1D5-03EB-BEE847AA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445BF-69CE-6537-4DB9-68D7709B7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7D61F-9C27-241D-486F-D3C6A3843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47467-898B-44FB-B108-D37E2EDDDE2F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CCC9-627C-42C9-1231-E13AF2B9E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39F0-123D-C770-525C-076902899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8F6F9-0A9D-4596-8DE1-990675403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9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CACAC-9F8B-F18D-E70C-6A6889239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574" y="288798"/>
            <a:ext cx="9097010" cy="597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6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FFCAA-5B2B-6FAA-FB8A-CFD43CBDAF7F}"/>
              </a:ext>
            </a:extLst>
          </p:cNvPr>
          <p:cNvSpPr txBox="1"/>
          <p:nvPr/>
        </p:nvSpPr>
        <p:spPr>
          <a:xfrm>
            <a:off x="1081873" y="615994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รหัสจังหวัด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FA60CD-6F3F-CBB7-19B0-6BDF8EE5F02D}"/>
              </a:ext>
            </a:extLst>
          </p:cNvPr>
          <p:cNvSpPr/>
          <p:nvPr/>
        </p:nvSpPr>
        <p:spPr>
          <a:xfrm>
            <a:off x="731903" y="615994"/>
            <a:ext cx="1581912" cy="539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รหัสจังหวัด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EF1DA1-7476-DC45-E380-BB27E0A78574}"/>
              </a:ext>
            </a:extLst>
          </p:cNvPr>
          <p:cNvSpPr/>
          <p:nvPr/>
        </p:nvSpPr>
        <p:spPr>
          <a:xfrm>
            <a:off x="2834640" y="782049"/>
            <a:ext cx="1375749" cy="5760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C4D44B-51E1-1219-B8A1-51A0AC91FCCD}"/>
              </a:ext>
            </a:extLst>
          </p:cNvPr>
          <p:cNvSpPr/>
          <p:nvPr/>
        </p:nvSpPr>
        <p:spPr>
          <a:xfrm>
            <a:off x="2834640" y="1789005"/>
            <a:ext cx="1682496" cy="5760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ชื่อจังหวัด</a:t>
            </a:r>
            <a:r>
              <a:rPr lang="en-US" dirty="0"/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71894-689E-16ED-4DCC-DCA74437108A}"/>
              </a:ext>
            </a:extLst>
          </p:cNvPr>
          <p:cNvSpPr/>
          <p:nvPr/>
        </p:nvSpPr>
        <p:spPr>
          <a:xfrm>
            <a:off x="1541360" y="1524382"/>
            <a:ext cx="914400" cy="57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จังหวัด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786C56-2F2E-4B0E-2BEA-C5ADDD846C52}"/>
              </a:ext>
            </a:extLst>
          </p:cNvPr>
          <p:cNvCxnSpPr>
            <a:stCxn id="9" idx="0"/>
            <a:endCxn id="7" idx="3"/>
          </p:cNvCxnSpPr>
          <p:nvPr/>
        </p:nvCxnSpPr>
        <p:spPr>
          <a:xfrm flipV="1">
            <a:off x="1998560" y="1273757"/>
            <a:ext cx="1037554" cy="250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F35593-842F-5B9A-0727-41C6868F394A}"/>
              </a:ext>
            </a:extLst>
          </p:cNvPr>
          <p:cNvCxnSpPr>
            <a:stCxn id="9" idx="3"/>
            <a:endCxn id="8" idx="0"/>
          </p:cNvCxnSpPr>
          <p:nvPr/>
        </p:nvCxnSpPr>
        <p:spPr>
          <a:xfrm flipV="1">
            <a:off x="2455760" y="1789005"/>
            <a:ext cx="1220128" cy="23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FCFCC74-667C-6FA2-E1A7-CF1C02F5D041}"/>
              </a:ext>
            </a:extLst>
          </p:cNvPr>
          <p:cNvSpPr/>
          <p:nvPr/>
        </p:nvSpPr>
        <p:spPr>
          <a:xfrm>
            <a:off x="3594168" y="3644438"/>
            <a:ext cx="1508760" cy="621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อำเภอ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CBC641-6980-99AA-C960-9963859F3D28}"/>
              </a:ext>
            </a:extLst>
          </p:cNvPr>
          <p:cNvSpPr/>
          <p:nvPr/>
        </p:nvSpPr>
        <p:spPr>
          <a:xfrm>
            <a:off x="3625283" y="2717988"/>
            <a:ext cx="1446530" cy="5760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รหัสอำเภอ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B5636F-9933-5E26-69B4-CB84851A77CE}"/>
              </a:ext>
            </a:extLst>
          </p:cNvPr>
          <p:cNvSpPr/>
          <p:nvPr/>
        </p:nvSpPr>
        <p:spPr>
          <a:xfrm>
            <a:off x="5333464" y="3279909"/>
            <a:ext cx="1755609" cy="6217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ชื่ออำเภอ</a:t>
            </a:r>
            <a:r>
              <a:rPr lang="en-US" dirty="0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A652CB-13F8-02BE-CE05-48FFB7AC5981}"/>
              </a:ext>
            </a:extLst>
          </p:cNvPr>
          <p:cNvSpPr/>
          <p:nvPr/>
        </p:nvSpPr>
        <p:spPr>
          <a:xfrm>
            <a:off x="5180363" y="4266230"/>
            <a:ext cx="1831274" cy="549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ชื่ออำเภอ</a:t>
            </a:r>
            <a:r>
              <a:rPr lang="en-US" dirty="0"/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120D62-9019-4297-48AD-422DE56841F4}"/>
              </a:ext>
            </a:extLst>
          </p:cNvPr>
          <p:cNvCxnSpPr>
            <a:stCxn id="16" idx="0"/>
            <a:endCxn id="17" idx="4"/>
          </p:cNvCxnSpPr>
          <p:nvPr/>
        </p:nvCxnSpPr>
        <p:spPr>
          <a:xfrm flipV="1">
            <a:off x="4348548" y="3294060"/>
            <a:ext cx="0" cy="350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583765-F564-5314-9651-2DFA2E9829D5}"/>
              </a:ext>
            </a:extLst>
          </p:cNvPr>
          <p:cNvCxnSpPr>
            <a:cxnSpLocks/>
            <a:stCxn id="16" idx="3"/>
            <a:endCxn id="18" idx="3"/>
          </p:cNvCxnSpPr>
          <p:nvPr/>
        </p:nvCxnSpPr>
        <p:spPr>
          <a:xfrm flipV="1">
            <a:off x="5102928" y="3810642"/>
            <a:ext cx="487639" cy="144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F84F38-9194-060D-7F64-1AF0CF55DBE4}"/>
              </a:ext>
            </a:extLst>
          </p:cNvPr>
          <p:cNvCxnSpPr>
            <a:cxnSpLocks/>
            <a:stCxn id="16" idx="2"/>
            <a:endCxn id="19" idx="2"/>
          </p:cNvCxnSpPr>
          <p:nvPr/>
        </p:nvCxnSpPr>
        <p:spPr>
          <a:xfrm>
            <a:off x="4348548" y="4266230"/>
            <a:ext cx="831815" cy="274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CA1D4C6C-9275-8D86-CE34-94E499FFCB52}"/>
              </a:ext>
            </a:extLst>
          </p:cNvPr>
          <p:cNvSpPr/>
          <p:nvPr/>
        </p:nvSpPr>
        <p:spPr>
          <a:xfrm>
            <a:off x="2249424" y="2935224"/>
            <a:ext cx="585216" cy="493776"/>
          </a:xfrm>
          <a:prstGeom prst="diamond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BEE2209-3F12-AFAF-C3F1-446F31861969}"/>
              </a:ext>
            </a:extLst>
          </p:cNvPr>
          <p:cNvCxnSpPr>
            <a:stCxn id="26" idx="2"/>
            <a:endCxn id="16" idx="1"/>
          </p:cNvCxnSpPr>
          <p:nvPr/>
        </p:nvCxnSpPr>
        <p:spPr>
          <a:xfrm rot="16200000" flipH="1">
            <a:off x="2804933" y="3166099"/>
            <a:ext cx="526334" cy="105213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5AA889E-6896-1539-8BC5-B6A4A15DFC4D}"/>
              </a:ext>
            </a:extLst>
          </p:cNvPr>
          <p:cNvCxnSpPr>
            <a:stCxn id="9" idx="2"/>
            <a:endCxn id="26" idx="0"/>
          </p:cNvCxnSpPr>
          <p:nvPr/>
        </p:nvCxnSpPr>
        <p:spPr>
          <a:xfrm rot="16200000" flipH="1">
            <a:off x="1852911" y="2246103"/>
            <a:ext cx="834770" cy="54347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551089-C1FE-9E84-5DFB-D0863EF89312}"/>
              </a:ext>
            </a:extLst>
          </p:cNvPr>
          <p:cNvCxnSpPr/>
          <p:nvPr/>
        </p:nvCxnSpPr>
        <p:spPr>
          <a:xfrm>
            <a:off x="1081873" y="985326"/>
            <a:ext cx="88197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43185A8-AF66-13B0-469A-F91FE0A3E051}"/>
              </a:ext>
            </a:extLst>
          </p:cNvPr>
          <p:cNvCxnSpPr/>
          <p:nvPr/>
        </p:nvCxnSpPr>
        <p:spPr>
          <a:xfrm flipV="1">
            <a:off x="3939276" y="3072384"/>
            <a:ext cx="863898" cy="691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41301A7-4C85-C346-6429-02B67D9F7355}"/>
              </a:ext>
            </a:extLst>
          </p:cNvPr>
          <p:cNvCxnSpPr/>
          <p:nvPr/>
        </p:nvCxnSpPr>
        <p:spPr>
          <a:xfrm flipV="1">
            <a:off x="3939276" y="3072384"/>
            <a:ext cx="801465" cy="34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7460EF3-67B4-C888-DBD9-3647482C4696}"/>
              </a:ext>
            </a:extLst>
          </p:cNvPr>
          <p:cNvSpPr txBox="1"/>
          <p:nvPr/>
        </p:nvSpPr>
        <p:spPr>
          <a:xfrm>
            <a:off x="2414016" y="2117389"/>
            <a:ext cx="230661" cy="376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48C308-C573-A430-5988-CCEA0F7B6159}"/>
              </a:ext>
            </a:extLst>
          </p:cNvPr>
          <p:cNvSpPr txBox="1"/>
          <p:nvPr/>
        </p:nvSpPr>
        <p:spPr>
          <a:xfrm>
            <a:off x="3015460" y="353236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6A9E707-7BAC-CC24-4B68-7CEC5F7AB2C1}"/>
              </a:ext>
            </a:extLst>
          </p:cNvPr>
          <p:cNvCxnSpPr>
            <a:stCxn id="9" idx="0"/>
            <a:endCxn id="6" idx="4"/>
          </p:cNvCxnSpPr>
          <p:nvPr/>
        </p:nvCxnSpPr>
        <p:spPr>
          <a:xfrm flipH="1" flipV="1">
            <a:off x="1522859" y="1155050"/>
            <a:ext cx="475701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35D25813-0E2C-EDDE-DF00-4F54C4565E26}"/>
              </a:ext>
            </a:extLst>
          </p:cNvPr>
          <p:cNvSpPr/>
          <p:nvPr/>
        </p:nvSpPr>
        <p:spPr>
          <a:xfrm>
            <a:off x="3594168" y="4923799"/>
            <a:ext cx="1831274" cy="54932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รหัสจังหวัด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7D668ED-9471-0DC8-E4F4-471F1AEF0137}"/>
              </a:ext>
            </a:extLst>
          </p:cNvPr>
          <p:cNvCxnSpPr/>
          <p:nvPr/>
        </p:nvCxnSpPr>
        <p:spPr>
          <a:xfrm>
            <a:off x="4131129" y="5294539"/>
            <a:ext cx="755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289290D-2EEA-988B-D9D7-52AC43B70727}"/>
              </a:ext>
            </a:extLst>
          </p:cNvPr>
          <p:cNvCxnSpPr/>
          <p:nvPr/>
        </p:nvCxnSpPr>
        <p:spPr>
          <a:xfrm>
            <a:off x="4139293" y="5359854"/>
            <a:ext cx="767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161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76E8FE-2C93-DF13-6F0C-27A14E7313E1}"/>
              </a:ext>
            </a:extLst>
          </p:cNvPr>
          <p:cNvSpPr/>
          <p:nvPr/>
        </p:nvSpPr>
        <p:spPr>
          <a:xfrm>
            <a:off x="692869" y="1395168"/>
            <a:ext cx="1951349" cy="659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8D2BF0-3D70-08D8-14C1-7BF14C8D0E27}"/>
              </a:ext>
            </a:extLst>
          </p:cNvPr>
          <p:cNvSpPr/>
          <p:nvPr/>
        </p:nvSpPr>
        <p:spPr>
          <a:xfrm>
            <a:off x="461913" y="414780"/>
            <a:ext cx="2450969" cy="6598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E0CC57-34AD-07FE-D09C-CD573FD4EB1B}"/>
              </a:ext>
            </a:extLst>
          </p:cNvPr>
          <p:cNvSpPr/>
          <p:nvPr/>
        </p:nvSpPr>
        <p:spPr>
          <a:xfrm>
            <a:off x="3087278" y="414780"/>
            <a:ext cx="2353559" cy="6598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535E34-A51F-57D8-5377-4D7C71120CDB}"/>
              </a:ext>
            </a:extLst>
          </p:cNvPr>
          <p:cNvSpPr/>
          <p:nvPr/>
        </p:nvSpPr>
        <p:spPr>
          <a:xfrm>
            <a:off x="3222394" y="1239628"/>
            <a:ext cx="2243579" cy="6598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DCD85F-55BC-EA5D-0AFC-7DC4D8BBC804}"/>
              </a:ext>
            </a:extLst>
          </p:cNvPr>
          <p:cNvSpPr/>
          <p:nvPr/>
        </p:nvSpPr>
        <p:spPr>
          <a:xfrm>
            <a:off x="2816259" y="2247391"/>
            <a:ext cx="2102178" cy="6598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คณะ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D3770F-89C8-13B4-8FCB-FCB5E22E3E72}"/>
              </a:ext>
            </a:extLst>
          </p:cNvPr>
          <p:cNvCxnSpPr>
            <a:stCxn id="2" idx="0"/>
            <a:endCxn id="3" idx="4"/>
          </p:cNvCxnSpPr>
          <p:nvPr/>
        </p:nvCxnSpPr>
        <p:spPr>
          <a:xfrm flipV="1">
            <a:off x="1668544" y="1074656"/>
            <a:ext cx="18854" cy="32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D6506-CDB6-39A9-FD10-A58269595F20}"/>
              </a:ext>
            </a:extLst>
          </p:cNvPr>
          <p:cNvCxnSpPr>
            <a:stCxn id="2" idx="3"/>
            <a:endCxn id="4" idx="2"/>
          </p:cNvCxnSpPr>
          <p:nvPr/>
        </p:nvCxnSpPr>
        <p:spPr>
          <a:xfrm flipV="1">
            <a:off x="2644218" y="744718"/>
            <a:ext cx="443060" cy="980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D24E8E-9242-A41D-CC2A-5ED9D4394A1F}"/>
              </a:ext>
            </a:extLst>
          </p:cNvPr>
          <p:cNvCxnSpPr>
            <a:stCxn id="2" idx="3"/>
            <a:endCxn id="5" idx="2"/>
          </p:cNvCxnSpPr>
          <p:nvPr/>
        </p:nvCxnSpPr>
        <p:spPr>
          <a:xfrm flipV="1">
            <a:off x="2644218" y="1569566"/>
            <a:ext cx="578176" cy="155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E95E69-C6CF-4C27-CA7D-6EC89A38ADD2}"/>
              </a:ext>
            </a:extLst>
          </p:cNvPr>
          <p:cNvCxnSpPr>
            <a:stCxn id="2" idx="2"/>
            <a:endCxn id="6" idx="1"/>
          </p:cNvCxnSpPr>
          <p:nvPr/>
        </p:nvCxnSpPr>
        <p:spPr>
          <a:xfrm>
            <a:off x="1668544" y="2055044"/>
            <a:ext cx="1455572" cy="288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1463B5-BF1D-62D9-589B-2C3DB95EE3E6}"/>
              </a:ext>
            </a:extLst>
          </p:cNvPr>
          <p:cNvCxnSpPr/>
          <p:nvPr/>
        </p:nvCxnSpPr>
        <p:spPr>
          <a:xfrm>
            <a:off x="1225485" y="848412"/>
            <a:ext cx="8861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5AE6728-0281-CB59-B689-954EE5DEE289}"/>
              </a:ext>
            </a:extLst>
          </p:cNvPr>
          <p:cNvSpPr/>
          <p:nvPr/>
        </p:nvSpPr>
        <p:spPr>
          <a:xfrm>
            <a:off x="4564924" y="2861930"/>
            <a:ext cx="1857080" cy="5373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รายวิชา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037F2A-D562-07CE-7499-9E6E652C8AA4}"/>
              </a:ext>
            </a:extLst>
          </p:cNvPr>
          <p:cNvSpPr/>
          <p:nvPr/>
        </p:nvSpPr>
        <p:spPr>
          <a:xfrm>
            <a:off x="5858757" y="2055043"/>
            <a:ext cx="1979629" cy="537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875FD6-617C-CD99-1CE4-03A51E93674A}"/>
              </a:ext>
            </a:extLst>
          </p:cNvPr>
          <p:cNvSpPr/>
          <p:nvPr/>
        </p:nvSpPr>
        <p:spPr>
          <a:xfrm>
            <a:off x="6667102" y="2725542"/>
            <a:ext cx="1979629" cy="537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 </a:t>
            </a:r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F047CD-7947-4D07-0DDC-EA5E24DC9CD8}"/>
              </a:ext>
            </a:extLst>
          </p:cNvPr>
          <p:cNvSpPr/>
          <p:nvPr/>
        </p:nvSpPr>
        <p:spPr>
          <a:xfrm>
            <a:off x="6226400" y="3665300"/>
            <a:ext cx="1979629" cy="5444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 </a:t>
            </a:r>
            <a:r>
              <a:rPr lang="en-US" dirty="0"/>
              <a:t>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AABF65-DB33-A0E2-E2E1-4B5EB49AE1DA}"/>
              </a:ext>
            </a:extLst>
          </p:cNvPr>
          <p:cNvCxnSpPr>
            <a:stCxn id="17" idx="0"/>
            <a:endCxn id="18" idx="2"/>
          </p:cNvCxnSpPr>
          <p:nvPr/>
        </p:nvCxnSpPr>
        <p:spPr>
          <a:xfrm flipV="1">
            <a:off x="5493464" y="2323707"/>
            <a:ext cx="365293" cy="538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F401FB-E29A-F5BB-90E8-31DF0F76709B}"/>
              </a:ext>
            </a:extLst>
          </p:cNvPr>
          <p:cNvCxnSpPr>
            <a:stCxn id="17" idx="3"/>
            <a:endCxn id="19" idx="2"/>
          </p:cNvCxnSpPr>
          <p:nvPr/>
        </p:nvCxnSpPr>
        <p:spPr>
          <a:xfrm flipV="1">
            <a:off x="6422004" y="2994206"/>
            <a:ext cx="245098" cy="136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1847F0-5307-CEA3-F110-BA012B54C161}"/>
              </a:ext>
            </a:extLst>
          </p:cNvPr>
          <p:cNvCxnSpPr>
            <a:stCxn id="17" idx="2"/>
            <a:endCxn id="20" idx="1"/>
          </p:cNvCxnSpPr>
          <p:nvPr/>
        </p:nvCxnSpPr>
        <p:spPr>
          <a:xfrm>
            <a:off x="5493464" y="3399257"/>
            <a:ext cx="1022846" cy="345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96B2B599-44E1-F863-D61F-1E2C65CC3F19}"/>
              </a:ext>
            </a:extLst>
          </p:cNvPr>
          <p:cNvSpPr/>
          <p:nvPr/>
        </p:nvSpPr>
        <p:spPr>
          <a:xfrm>
            <a:off x="2601086" y="3545029"/>
            <a:ext cx="556182" cy="44777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70D51ED-67B1-1BFB-2A90-20514112AF3B}"/>
              </a:ext>
            </a:extLst>
          </p:cNvPr>
          <p:cNvCxnSpPr>
            <a:stCxn id="2" idx="2"/>
            <a:endCxn id="33" idx="0"/>
          </p:cNvCxnSpPr>
          <p:nvPr/>
        </p:nvCxnSpPr>
        <p:spPr>
          <a:xfrm rot="16200000" flipH="1">
            <a:off x="1528868" y="2194719"/>
            <a:ext cx="1489985" cy="12106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F1BAC29-D40E-AB9A-62BA-59DDEDD92E79}"/>
              </a:ext>
            </a:extLst>
          </p:cNvPr>
          <p:cNvCxnSpPr>
            <a:stCxn id="33" idx="2"/>
            <a:endCxn id="17" idx="1"/>
          </p:cNvCxnSpPr>
          <p:nvPr/>
        </p:nvCxnSpPr>
        <p:spPr>
          <a:xfrm rot="5400000" flipH="1" flipV="1">
            <a:off x="3290946" y="2718824"/>
            <a:ext cx="862207" cy="1685747"/>
          </a:xfrm>
          <a:prstGeom prst="bentConnector4">
            <a:avLst>
              <a:gd name="adj1" fmla="val -26513"/>
              <a:gd name="adj2" fmla="val 582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D1FE24D-4B72-6CCA-5E96-CFC73D86BC41}"/>
              </a:ext>
            </a:extLst>
          </p:cNvPr>
          <p:cNvSpPr/>
          <p:nvPr/>
        </p:nvSpPr>
        <p:spPr>
          <a:xfrm>
            <a:off x="4918437" y="5010956"/>
            <a:ext cx="1814660" cy="5373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อาจารย์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2CE2F2-FFB3-5F4F-6B91-8CD17B42947E}"/>
              </a:ext>
            </a:extLst>
          </p:cNvPr>
          <p:cNvCxnSpPr/>
          <p:nvPr/>
        </p:nvCxnSpPr>
        <p:spPr>
          <a:xfrm>
            <a:off x="6480925" y="2465953"/>
            <a:ext cx="7352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3D918684-1DC9-6FDA-E35D-86B740EA2C34}"/>
              </a:ext>
            </a:extLst>
          </p:cNvPr>
          <p:cNvSpPr/>
          <p:nvPr/>
        </p:nvSpPr>
        <p:spPr>
          <a:xfrm>
            <a:off x="7216215" y="4627264"/>
            <a:ext cx="1814660" cy="471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621D12-525F-7836-1AE8-314018EF560A}"/>
              </a:ext>
            </a:extLst>
          </p:cNvPr>
          <p:cNvSpPr/>
          <p:nvPr/>
        </p:nvSpPr>
        <p:spPr>
          <a:xfrm>
            <a:off x="7237420" y="5418400"/>
            <a:ext cx="2053472" cy="478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 </a:t>
            </a:r>
            <a:r>
              <a:rPr lang="en-US" dirty="0"/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C152A2-8B5F-6C7C-3557-4B2335CC0966}"/>
              </a:ext>
            </a:extLst>
          </p:cNvPr>
          <p:cNvSpPr/>
          <p:nvPr/>
        </p:nvSpPr>
        <p:spPr>
          <a:xfrm>
            <a:off x="5960880" y="6121501"/>
            <a:ext cx="2176022" cy="478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 </a:t>
            </a:r>
            <a:r>
              <a:rPr lang="en-US" dirty="0"/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8232CF5-B383-510F-80D6-A2A9B5124149}"/>
              </a:ext>
            </a:extLst>
          </p:cNvPr>
          <p:cNvCxnSpPr>
            <a:stCxn id="43" idx="3"/>
            <a:endCxn id="46" idx="2"/>
          </p:cNvCxnSpPr>
          <p:nvPr/>
        </p:nvCxnSpPr>
        <p:spPr>
          <a:xfrm flipV="1">
            <a:off x="6733097" y="4862927"/>
            <a:ext cx="483118" cy="41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5BD3F69-4CEC-2C51-1260-E5BB1D236CD8}"/>
              </a:ext>
            </a:extLst>
          </p:cNvPr>
          <p:cNvCxnSpPr>
            <a:stCxn id="43" idx="3"/>
            <a:endCxn id="47" idx="2"/>
          </p:cNvCxnSpPr>
          <p:nvPr/>
        </p:nvCxnSpPr>
        <p:spPr>
          <a:xfrm>
            <a:off x="6733097" y="5279620"/>
            <a:ext cx="504323" cy="37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5D775E6-74DE-B3A8-5697-458495218341}"/>
              </a:ext>
            </a:extLst>
          </p:cNvPr>
          <p:cNvCxnSpPr>
            <a:stCxn id="43" idx="2"/>
            <a:endCxn id="48" idx="0"/>
          </p:cNvCxnSpPr>
          <p:nvPr/>
        </p:nvCxnSpPr>
        <p:spPr>
          <a:xfrm>
            <a:off x="5825767" y="5548283"/>
            <a:ext cx="1223124" cy="573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iamond 59">
            <a:extLst>
              <a:ext uri="{FF2B5EF4-FFF2-40B4-BE49-F238E27FC236}">
                <a16:creationId xmlns:a16="http://schemas.microsoft.com/office/drawing/2014/main" id="{DD2CF2C0-DD75-CF21-C8BA-CC95C66F0976}"/>
              </a:ext>
            </a:extLst>
          </p:cNvPr>
          <p:cNvSpPr/>
          <p:nvPr/>
        </p:nvSpPr>
        <p:spPr>
          <a:xfrm>
            <a:off x="5281361" y="3767521"/>
            <a:ext cx="424205" cy="31773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90C2F18-EAAB-1E98-EF66-7BE1D709441E}"/>
              </a:ext>
            </a:extLst>
          </p:cNvPr>
          <p:cNvCxnSpPr>
            <a:stCxn id="60" idx="0"/>
            <a:endCxn id="17" idx="2"/>
          </p:cNvCxnSpPr>
          <p:nvPr/>
        </p:nvCxnSpPr>
        <p:spPr>
          <a:xfrm flipV="1">
            <a:off x="5493464" y="3399257"/>
            <a:ext cx="0" cy="3682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0CF3A6BA-5560-C11F-CF48-6DD0920B018E}"/>
              </a:ext>
            </a:extLst>
          </p:cNvPr>
          <p:cNvCxnSpPr>
            <a:stCxn id="60" idx="2"/>
            <a:endCxn id="43" idx="0"/>
          </p:cNvCxnSpPr>
          <p:nvPr/>
        </p:nvCxnSpPr>
        <p:spPr>
          <a:xfrm rot="16200000" flipH="1">
            <a:off x="5196767" y="4381956"/>
            <a:ext cx="925696" cy="33230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F194BE8-35BC-3F8E-BC9C-482639F79A0F}"/>
              </a:ext>
            </a:extLst>
          </p:cNvPr>
          <p:cNvSpPr txBox="1"/>
          <p:nvPr/>
        </p:nvSpPr>
        <p:spPr>
          <a:xfrm>
            <a:off x="5676110" y="4033175"/>
            <a:ext cx="33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67F195-10CF-F5FD-E05B-6D866E29B957}"/>
              </a:ext>
            </a:extLst>
          </p:cNvPr>
          <p:cNvSpPr txBox="1"/>
          <p:nvPr/>
        </p:nvSpPr>
        <p:spPr>
          <a:xfrm>
            <a:off x="3346824" y="339818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ECD7A8-DF41-532B-103E-E5B5424C89EE}"/>
              </a:ext>
            </a:extLst>
          </p:cNvPr>
          <p:cNvSpPr txBox="1"/>
          <p:nvPr/>
        </p:nvSpPr>
        <p:spPr>
          <a:xfrm>
            <a:off x="2510591" y="287773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465E01-F732-2ABE-1DED-4F6A9A33C0BD}"/>
              </a:ext>
            </a:extLst>
          </p:cNvPr>
          <p:cNvSpPr txBox="1"/>
          <p:nvPr/>
        </p:nvSpPr>
        <p:spPr>
          <a:xfrm>
            <a:off x="1668543" y="24262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C09B31D-5B9E-3495-E766-CA5247F429F9}"/>
              </a:ext>
            </a:extLst>
          </p:cNvPr>
          <p:cNvSpPr/>
          <p:nvPr/>
        </p:nvSpPr>
        <p:spPr>
          <a:xfrm>
            <a:off x="1936152" y="5103768"/>
            <a:ext cx="168574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การลงทะเบียน</a:t>
            </a:r>
            <a:endParaRPr lang="en-US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A841A81C-8B44-D512-9A34-97828919B40A}"/>
              </a:ext>
            </a:extLst>
          </p:cNvPr>
          <p:cNvSpPr/>
          <p:nvPr/>
        </p:nvSpPr>
        <p:spPr>
          <a:xfrm>
            <a:off x="257273" y="3965819"/>
            <a:ext cx="2035478" cy="5725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รหัสการลงทะเบียน</a:t>
            </a:r>
            <a:endParaRPr lang="en-US" dirty="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6B7E2BE8-9022-8C19-365A-2C3A014BADF1}"/>
              </a:ext>
            </a:extLst>
          </p:cNvPr>
          <p:cNvSpPr/>
          <p:nvPr/>
        </p:nvSpPr>
        <p:spPr>
          <a:xfrm>
            <a:off x="81656" y="5002139"/>
            <a:ext cx="1538702" cy="537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รหัสนักศึกษา</a:t>
            </a:r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51DC49C-D719-764D-78B6-23E5F5FC2887}"/>
              </a:ext>
            </a:extLst>
          </p:cNvPr>
          <p:cNvSpPr/>
          <p:nvPr/>
        </p:nvSpPr>
        <p:spPr>
          <a:xfrm>
            <a:off x="1583703" y="5896775"/>
            <a:ext cx="1503575" cy="478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4F97644-93E4-809C-B751-9B8F7AC3DC5A}"/>
              </a:ext>
            </a:extLst>
          </p:cNvPr>
          <p:cNvSpPr/>
          <p:nvPr/>
        </p:nvSpPr>
        <p:spPr>
          <a:xfrm>
            <a:off x="3516198" y="5759777"/>
            <a:ext cx="1503575" cy="478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endParaRPr lang="en-US" dirty="0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B77BA83A-7E1B-4326-08C2-B3FD5C8BE5A4}"/>
              </a:ext>
            </a:extLst>
          </p:cNvPr>
          <p:cNvCxnSpPr/>
          <p:nvPr/>
        </p:nvCxnSpPr>
        <p:spPr>
          <a:xfrm>
            <a:off x="692869" y="4326903"/>
            <a:ext cx="11265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7C0E88E-3F07-26A0-2810-512B6D839B75}"/>
              </a:ext>
            </a:extLst>
          </p:cNvPr>
          <p:cNvCxnSpPr/>
          <p:nvPr/>
        </p:nvCxnSpPr>
        <p:spPr>
          <a:xfrm>
            <a:off x="461913" y="5418400"/>
            <a:ext cx="8389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CFD2643-F656-D517-BFA0-46A06A5CBFE3}"/>
              </a:ext>
            </a:extLst>
          </p:cNvPr>
          <p:cNvCxnSpPr/>
          <p:nvPr/>
        </p:nvCxnSpPr>
        <p:spPr>
          <a:xfrm>
            <a:off x="1976641" y="6238152"/>
            <a:ext cx="6675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0AB5752-D0D3-2F70-F6F9-6BF188836371}"/>
              </a:ext>
            </a:extLst>
          </p:cNvPr>
          <p:cNvCxnSpPr/>
          <p:nvPr/>
        </p:nvCxnSpPr>
        <p:spPr>
          <a:xfrm>
            <a:off x="3959258" y="6121501"/>
            <a:ext cx="605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3FBEEED-59CF-980E-AA93-F7015DE0930E}"/>
              </a:ext>
            </a:extLst>
          </p:cNvPr>
          <p:cNvCxnSpPr>
            <a:stCxn id="144" idx="0"/>
            <a:endCxn id="145" idx="4"/>
          </p:cNvCxnSpPr>
          <p:nvPr/>
        </p:nvCxnSpPr>
        <p:spPr>
          <a:xfrm flipH="1" flipV="1">
            <a:off x="1275012" y="4538399"/>
            <a:ext cx="1504014" cy="565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9E77AD3-DB57-1988-53FC-72412D41F328}"/>
              </a:ext>
            </a:extLst>
          </p:cNvPr>
          <p:cNvCxnSpPr>
            <a:stCxn id="144" idx="1"/>
            <a:endCxn id="146" idx="6"/>
          </p:cNvCxnSpPr>
          <p:nvPr/>
        </p:nvCxnSpPr>
        <p:spPr>
          <a:xfrm flipH="1" flipV="1">
            <a:off x="1620358" y="5270803"/>
            <a:ext cx="315794" cy="17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8FF89F4-A672-DBC0-61F1-50714C560A54}"/>
              </a:ext>
            </a:extLst>
          </p:cNvPr>
          <p:cNvCxnSpPr>
            <a:stCxn id="144" idx="2"/>
            <a:endCxn id="147" idx="0"/>
          </p:cNvCxnSpPr>
          <p:nvPr/>
        </p:nvCxnSpPr>
        <p:spPr>
          <a:xfrm flipH="1">
            <a:off x="2335491" y="5473100"/>
            <a:ext cx="443535" cy="423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3DA7B70-8E1A-1547-1277-8F3E45FA7814}"/>
              </a:ext>
            </a:extLst>
          </p:cNvPr>
          <p:cNvCxnSpPr>
            <a:stCxn id="144" idx="3"/>
            <a:endCxn id="148" idx="0"/>
          </p:cNvCxnSpPr>
          <p:nvPr/>
        </p:nvCxnSpPr>
        <p:spPr>
          <a:xfrm>
            <a:off x="3621899" y="5288434"/>
            <a:ext cx="646087" cy="47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Diamond 164">
            <a:extLst>
              <a:ext uri="{FF2B5EF4-FFF2-40B4-BE49-F238E27FC236}">
                <a16:creationId xmlns:a16="http://schemas.microsoft.com/office/drawing/2014/main" id="{9E91DD4B-B2D1-9EAD-D427-D2001F3A5661}"/>
              </a:ext>
            </a:extLst>
          </p:cNvPr>
          <p:cNvSpPr/>
          <p:nvPr/>
        </p:nvSpPr>
        <p:spPr>
          <a:xfrm>
            <a:off x="3761295" y="4538399"/>
            <a:ext cx="408179" cy="32452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96FB2924-0FD7-53E7-B1BB-6C21250871A1}"/>
              </a:ext>
            </a:extLst>
          </p:cNvPr>
          <p:cNvCxnSpPr>
            <a:stCxn id="165" idx="1"/>
            <a:endCxn id="144" idx="0"/>
          </p:cNvCxnSpPr>
          <p:nvPr/>
        </p:nvCxnSpPr>
        <p:spPr>
          <a:xfrm rot="10800000" flipV="1">
            <a:off x="2779027" y="4700662"/>
            <a:ext cx="982269" cy="40310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88B4AE36-93CE-7039-8F36-ABF19245F5BB}"/>
              </a:ext>
            </a:extLst>
          </p:cNvPr>
          <p:cNvCxnSpPr>
            <a:stCxn id="165" idx="3"/>
            <a:endCxn id="43" idx="0"/>
          </p:cNvCxnSpPr>
          <p:nvPr/>
        </p:nvCxnSpPr>
        <p:spPr>
          <a:xfrm>
            <a:off x="4169474" y="4700663"/>
            <a:ext cx="1656293" cy="31029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35ED95B-95C4-EDF5-1BF3-88643DA50E60}"/>
              </a:ext>
            </a:extLst>
          </p:cNvPr>
          <p:cNvCxnSpPr>
            <a:stCxn id="165" idx="0"/>
            <a:endCxn id="33" idx="3"/>
          </p:cNvCxnSpPr>
          <p:nvPr/>
        </p:nvCxnSpPr>
        <p:spPr>
          <a:xfrm rot="16200000" flipV="1">
            <a:off x="3176585" y="3749598"/>
            <a:ext cx="769484" cy="8081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DFE3A826-11F1-B9D4-9872-589243B37F2F}"/>
              </a:ext>
            </a:extLst>
          </p:cNvPr>
          <p:cNvCxnSpPr>
            <a:stCxn id="60" idx="1"/>
            <a:endCxn id="165" idx="0"/>
          </p:cNvCxnSpPr>
          <p:nvPr/>
        </p:nvCxnSpPr>
        <p:spPr>
          <a:xfrm rot="10800000" flipV="1">
            <a:off x="3965385" y="3926391"/>
            <a:ext cx="1315976" cy="61200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29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FFF9A0-89AF-B367-0DD3-013A6109C8E3}"/>
              </a:ext>
            </a:extLst>
          </p:cNvPr>
          <p:cNvSpPr/>
          <p:nvPr/>
        </p:nvSpPr>
        <p:spPr>
          <a:xfrm>
            <a:off x="2658358" y="1150068"/>
            <a:ext cx="1527143" cy="4619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นักศึกษา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A5A755-97B8-C2AF-BBD7-57F116713CE4}"/>
              </a:ext>
            </a:extLst>
          </p:cNvPr>
          <p:cNvSpPr/>
          <p:nvPr/>
        </p:nvSpPr>
        <p:spPr>
          <a:xfrm>
            <a:off x="725864" y="273376"/>
            <a:ext cx="1555423" cy="5656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 err="1"/>
              <a:t>รหั</a:t>
            </a:r>
            <a:r>
              <a:rPr lang="th-TH" dirty="0"/>
              <a:t>สนศ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E668A6-F51D-C979-8C1D-DBF2A4DC0D12}"/>
              </a:ext>
            </a:extLst>
          </p:cNvPr>
          <p:cNvSpPr/>
          <p:nvPr/>
        </p:nvSpPr>
        <p:spPr>
          <a:xfrm>
            <a:off x="2809187" y="94268"/>
            <a:ext cx="1828800" cy="5656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</a:t>
            </a:r>
            <a:r>
              <a:rPr lang="en-US" dirty="0"/>
              <a:t> 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E254FD-8614-6598-634D-4E75FA23455C}"/>
              </a:ext>
            </a:extLst>
          </p:cNvPr>
          <p:cNvSpPr/>
          <p:nvPr/>
        </p:nvSpPr>
        <p:spPr>
          <a:xfrm>
            <a:off x="329938" y="1329178"/>
            <a:ext cx="1687398" cy="5656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116508-72F2-64AD-62C4-3D16122ECD28}"/>
              </a:ext>
            </a:extLst>
          </p:cNvPr>
          <p:cNvSpPr/>
          <p:nvPr/>
        </p:nvSpPr>
        <p:spPr>
          <a:xfrm>
            <a:off x="4749567" y="528902"/>
            <a:ext cx="1701539" cy="5656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สาขาวิชา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C31E69-EDAE-896D-02B1-B4DF1B5F9060}"/>
              </a:ext>
            </a:extLst>
          </p:cNvPr>
          <p:cNvSpPr/>
          <p:nvPr/>
        </p:nvSpPr>
        <p:spPr>
          <a:xfrm>
            <a:off x="4749567" y="1381025"/>
            <a:ext cx="1701539" cy="5656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เบอร์โทร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4F507C-92BD-88A7-45D7-FFA106AF26B4}"/>
              </a:ext>
            </a:extLst>
          </p:cNvPr>
          <p:cNvCxnSpPr>
            <a:stCxn id="3" idx="0"/>
            <a:endCxn id="6" idx="4"/>
          </p:cNvCxnSpPr>
          <p:nvPr/>
        </p:nvCxnSpPr>
        <p:spPr>
          <a:xfrm flipV="1">
            <a:off x="3421930" y="659877"/>
            <a:ext cx="301657" cy="4901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AAC0A0-956D-6AA9-A35E-599524BACCA6}"/>
              </a:ext>
            </a:extLst>
          </p:cNvPr>
          <p:cNvCxnSpPr>
            <a:stCxn id="3" idx="0"/>
            <a:endCxn id="5" idx="5"/>
          </p:cNvCxnSpPr>
          <p:nvPr/>
        </p:nvCxnSpPr>
        <p:spPr>
          <a:xfrm flipH="1" flipV="1">
            <a:off x="2053501" y="756153"/>
            <a:ext cx="1368429" cy="393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724365-E946-7426-5972-C59DCEBB1FBE}"/>
              </a:ext>
            </a:extLst>
          </p:cNvPr>
          <p:cNvCxnSpPr>
            <a:stCxn id="3" idx="1"/>
            <a:endCxn id="7" idx="6"/>
          </p:cNvCxnSpPr>
          <p:nvPr/>
        </p:nvCxnSpPr>
        <p:spPr>
          <a:xfrm flipH="1">
            <a:off x="2017336" y="1381025"/>
            <a:ext cx="641022" cy="230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4E0459-56D1-F180-7B4A-00E29800FF95}"/>
              </a:ext>
            </a:extLst>
          </p:cNvPr>
          <p:cNvCxnSpPr>
            <a:stCxn id="3" idx="3"/>
            <a:endCxn id="8" idx="2"/>
          </p:cNvCxnSpPr>
          <p:nvPr/>
        </p:nvCxnSpPr>
        <p:spPr>
          <a:xfrm flipV="1">
            <a:off x="4185501" y="811707"/>
            <a:ext cx="564066" cy="569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4F8D98-13AD-6160-4D49-332FDA315513}"/>
              </a:ext>
            </a:extLst>
          </p:cNvPr>
          <p:cNvCxnSpPr>
            <a:stCxn id="3" idx="3"/>
            <a:endCxn id="9" idx="2"/>
          </p:cNvCxnSpPr>
          <p:nvPr/>
        </p:nvCxnSpPr>
        <p:spPr>
          <a:xfrm>
            <a:off x="4185501" y="1381025"/>
            <a:ext cx="564066" cy="2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93889B-A28D-7F3C-7527-2FE4B1DE2A2C}"/>
              </a:ext>
            </a:extLst>
          </p:cNvPr>
          <p:cNvSpPr txBox="1"/>
          <p:nvPr/>
        </p:nvSpPr>
        <p:spPr>
          <a:xfrm>
            <a:off x="1046375" y="3176833"/>
            <a:ext cx="73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38591B-4BE4-0772-BEE6-7C440CF01EB0}"/>
              </a:ext>
            </a:extLst>
          </p:cNvPr>
          <p:cNvSpPr txBox="1"/>
          <p:nvPr/>
        </p:nvSpPr>
        <p:spPr>
          <a:xfrm>
            <a:off x="2718861" y="317683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190A5A-D574-12A0-4F9C-FE62FBAE4BD4}"/>
              </a:ext>
            </a:extLst>
          </p:cNvPr>
          <p:cNvSpPr txBox="1"/>
          <p:nvPr/>
        </p:nvSpPr>
        <p:spPr>
          <a:xfrm>
            <a:off x="5008423" y="3176833"/>
            <a:ext cx="863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BA3CF6-D1BA-C15A-A895-56FB26880546}"/>
              </a:ext>
            </a:extLst>
          </p:cNvPr>
          <p:cNvSpPr txBox="1"/>
          <p:nvPr/>
        </p:nvSpPr>
        <p:spPr>
          <a:xfrm>
            <a:off x="7021242" y="3186260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CDBD9D-6F21-FC8D-0BDB-007776656DE5}"/>
              </a:ext>
            </a:extLst>
          </p:cNvPr>
          <p:cNvSpPr txBox="1"/>
          <p:nvPr/>
        </p:nvSpPr>
        <p:spPr>
          <a:xfrm>
            <a:off x="954898" y="3711334"/>
            <a:ext cx="8257880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th-TH" dirty="0"/>
              <a:t>รหัสนักศึกษา		</a:t>
            </a:r>
            <a:r>
              <a:rPr lang="en-US" dirty="0"/>
              <a:t>Long integer	         10		              Primary Key</a:t>
            </a:r>
          </a:p>
          <a:p>
            <a:pPr>
              <a:lnSpc>
                <a:spcPct val="200000"/>
              </a:lnSpc>
            </a:pPr>
            <a:r>
              <a:rPr lang="th-TH" dirty="0"/>
              <a:t>ชื่อ</a:t>
            </a:r>
            <a:r>
              <a:rPr lang="en-US" dirty="0"/>
              <a:t>-</a:t>
            </a:r>
            <a:r>
              <a:rPr lang="th-TH" dirty="0"/>
              <a:t>สกุล		</a:t>
            </a:r>
            <a:r>
              <a:rPr lang="en-US" dirty="0"/>
              <a:t>Text		         50</a:t>
            </a:r>
          </a:p>
          <a:p>
            <a:pPr>
              <a:lnSpc>
                <a:spcPct val="200000"/>
              </a:lnSpc>
            </a:pPr>
            <a:r>
              <a:rPr lang="en-US" dirty="0"/>
              <a:t>Tel		Text		         10</a:t>
            </a:r>
          </a:p>
          <a:p>
            <a:pPr>
              <a:lnSpc>
                <a:spcPct val="200000"/>
              </a:lnSpc>
            </a:pPr>
            <a:r>
              <a:rPr lang="en-US" dirty="0"/>
              <a:t>Subject		int		          6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4256DFD-53AF-C0E9-0525-40FFF2BF8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795810"/>
              </p:ext>
            </p:extLst>
          </p:nvPr>
        </p:nvGraphicFramePr>
        <p:xfrm>
          <a:off x="559351" y="3094719"/>
          <a:ext cx="8380431" cy="509047"/>
        </p:xfrm>
        <a:graphic>
          <a:graphicData uri="http://schemas.openxmlformats.org/drawingml/2006/table">
            <a:tbl>
              <a:tblPr/>
              <a:tblGrid>
                <a:gridCol w="8380431">
                  <a:extLst>
                    <a:ext uri="{9D8B030D-6E8A-4147-A177-3AD203B41FA5}">
                      <a16:colId xmlns:a16="http://schemas.microsoft.com/office/drawing/2014/main" val="2583404687"/>
                    </a:ext>
                  </a:extLst>
                </a:gridCol>
              </a:tblGrid>
              <a:tr h="5090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094818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452526B-02D9-E2BB-9A4E-93E2F504E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88568"/>
              </p:ext>
            </p:extLst>
          </p:nvPr>
        </p:nvGraphicFramePr>
        <p:xfrm>
          <a:off x="584461" y="3949831"/>
          <a:ext cx="8389857" cy="424206"/>
        </p:xfrm>
        <a:graphic>
          <a:graphicData uri="http://schemas.openxmlformats.org/drawingml/2006/table">
            <a:tbl>
              <a:tblPr/>
              <a:tblGrid>
                <a:gridCol w="8389857">
                  <a:extLst>
                    <a:ext uri="{9D8B030D-6E8A-4147-A177-3AD203B41FA5}">
                      <a16:colId xmlns:a16="http://schemas.microsoft.com/office/drawing/2014/main" val="948463164"/>
                    </a:ext>
                  </a:extLst>
                </a:gridCol>
              </a:tblGrid>
              <a:tr h="4242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34936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53DCA99-1A67-C522-FFD5-6C4ADB942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41257"/>
              </p:ext>
            </p:extLst>
          </p:nvPr>
        </p:nvGraphicFramePr>
        <p:xfrm>
          <a:off x="584461" y="4440025"/>
          <a:ext cx="8389857" cy="424206"/>
        </p:xfrm>
        <a:graphic>
          <a:graphicData uri="http://schemas.openxmlformats.org/drawingml/2006/table">
            <a:tbl>
              <a:tblPr/>
              <a:tblGrid>
                <a:gridCol w="8389857">
                  <a:extLst>
                    <a:ext uri="{9D8B030D-6E8A-4147-A177-3AD203B41FA5}">
                      <a16:colId xmlns:a16="http://schemas.microsoft.com/office/drawing/2014/main" val="2918216392"/>
                    </a:ext>
                  </a:extLst>
                </a:gridCol>
              </a:tblGrid>
              <a:tr h="4242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286504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DA961BCA-2D01-A006-3A0B-D7D8FB6D0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08525"/>
              </p:ext>
            </p:extLst>
          </p:nvPr>
        </p:nvGraphicFramePr>
        <p:xfrm>
          <a:off x="593888" y="4930219"/>
          <a:ext cx="8389857" cy="546756"/>
        </p:xfrm>
        <a:graphic>
          <a:graphicData uri="http://schemas.openxmlformats.org/drawingml/2006/table">
            <a:tbl>
              <a:tblPr/>
              <a:tblGrid>
                <a:gridCol w="8389857">
                  <a:extLst>
                    <a:ext uri="{9D8B030D-6E8A-4147-A177-3AD203B41FA5}">
                      <a16:colId xmlns:a16="http://schemas.microsoft.com/office/drawing/2014/main" val="3344775761"/>
                    </a:ext>
                  </a:extLst>
                </a:gridCol>
              </a:tblGrid>
              <a:tr h="5467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460574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9067838-7B77-0A38-B7F3-38332CBD2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69968"/>
              </p:ext>
            </p:extLst>
          </p:nvPr>
        </p:nvGraphicFramePr>
        <p:xfrm>
          <a:off x="584462" y="5542964"/>
          <a:ext cx="8399284" cy="402124"/>
        </p:xfrm>
        <a:graphic>
          <a:graphicData uri="http://schemas.openxmlformats.org/drawingml/2006/table">
            <a:tbl>
              <a:tblPr/>
              <a:tblGrid>
                <a:gridCol w="8399284">
                  <a:extLst>
                    <a:ext uri="{9D8B030D-6E8A-4147-A177-3AD203B41FA5}">
                      <a16:colId xmlns:a16="http://schemas.microsoft.com/office/drawing/2014/main" val="3769411685"/>
                    </a:ext>
                  </a:extLst>
                </a:gridCol>
              </a:tblGrid>
              <a:tr h="4021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377745"/>
                  </a:ext>
                </a:extLst>
              </a:tr>
            </a:tbl>
          </a:graphicData>
        </a:graphic>
      </p:graphicFrame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8352B0B-B50F-6457-BD34-CBCCF2208600}"/>
              </a:ext>
            </a:extLst>
          </p:cNvPr>
          <p:cNvCxnSpPr/>
          <p:nvPr/>
        </p:nvCxnSpPr>
        <p:spPr>
          <a:xfrm>
            <a:off x="2215299" y="3101419"/>
            <a:ext cx="0" cy="2843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FFA683-B0CE-AD3A-309B-8FC391F34A9B}"/>
              </a:ext>
            </a:extLst>
          </p:cNvPr>
          <p:cNvCxnSpPr/>
          <p:nvPr/>
        </p:nvCxnSpPr>
        <p:spPr>
          <a:xfrm>
            <a:off x="4543720" y="3101419"/>
            <a:ext cx="0" cy="2843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8F4AB5-5652-7DDB-B435-4A808D33CED1}"/>
              </a:ext>
            </a:extLst>
          </p:cNvPr>
          <p:cNvCxnSpPr/>
          <p:nvPr/>
        </p:nvCxnSpPr>
        <p:spPr>
          <a:xfrm>
            <a:off x="6451106" y="3101419"/>
            <a:ext cx="0" cy="2843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217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122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Puneesamadongsae@hotmail.com</dc:creator>
  <cp:lastModifiedBy>Puneesamadongsae@hotmail.com</cp:lastModifiedBy>
  <cp:revision>2</cp:revision>
  <dcterms:created xsi:type="dcterms:W3CDTF">2026-10-08T03:52:50Z</dcterms:created>
  <dcterms:modified xsi:type="dcterms:W3CDTF">2026-10-22T08:35:54Z</dcterms:modified>
</cp:coreProperties>
</file>